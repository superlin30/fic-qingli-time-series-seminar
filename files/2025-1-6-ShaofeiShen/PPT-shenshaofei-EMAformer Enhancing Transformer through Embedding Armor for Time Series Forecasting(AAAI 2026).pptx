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52" r:id="rId1"/>
  </p:sldMasterIdLst>
  <p:notesMasterIdLst>
    <p:notesMasterId r:id="rId13"/>
  </p:notesMasterIdLst>
  <p:sldIdLst>
    <p:sldId id="1945" r:id="rId2"/>
    <p:sldId id="1944" r:id="rId3"/>
    <p:sldId id="1951" r:id="rId4"/>
    <p:sldId id="1953" r:id="rId5"/>
    <p:sldId id="1936" r:id="rId6"/>
    <p:sldId id="1952" r:id="rId7"/>
    <p:sldId id="1946" r:id="rId8"/>
    <p:sldId id="1947" r:id="rId9"/>
    <p:sldId id="1949" r:id="rId10"/>
    <p:sldId id="1950" r:id="rId11"/>
    <p:sldId id="162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 yan" initials="cy" lastIdx="5" clrIdx="0"/>
  <p:cmAuthor id="2" name="张 林" initials="张" lastIdx="1" clrIdx="1">
    <p:extLst>
      <p:ext uri="{19B8F6BF-5375-455C-9EA6-DF929625EA0E}">
        <p15:presenceInfo xmlns:p15="http://schemas.microsoft.com/office/powerpoint/2012/main" userId="050afd44ee77aaf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85C9"/>
    <a:srgbClr val="000000"/>
    <a:srgbClr val="1A81E9"/>
    <a:srgbClr val="FBD288"/>
    <a:srgbClr val="FFC000"/>
    <a:srgbClr val="237FB5"/>
    <a:srgbClr val="F9B439"/>
    <a:srgbClr val="E5E5E5"/>
    <a:srgbClr val="00345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娣辫壊鏍峰紡 1 - 寮鸿皟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73" autoAdjust="0"/>
    <p:restoredTop sz="91027" autoAdjust="0"/>
  </p:normalViewPr>
  <p:slideViewPr>
    <p:cSldViewPr snapToGrid="0" showGuides="1">
      <p:cViewPr>
        <p:scale>
          <a:sx n="88" d="100"/>
          <a:sy n="88" d="100"/>
        </p:scale>
        <p:origin x="120" y="5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993"/>
    </p:cViewPr>
  </p:sorterViewPr>
  <p:notesViewPr>
    <p:cSldViewPr snapToGrid="0">
      <p:cViewPr varScale="1">
        <p:scale>
          <a:sx n="70" d="100"/>
          <a:sy n="70" d="100"/>
        </p:scale>
        <p:origin x="2763" y="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379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816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617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127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635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142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2528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604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541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几大难点</a:t>
            </a:r>
            <a:endParaRPr lang="en-US" altLang="zh-CN" sz="1200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1949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B0394FA-EF43-4F0F-91C0-2C8DFCF002B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38"/>
          <p:cNvSpPr/>
          <p:nvPr userDrawn="1"/>
        </p:nvSpPr>
        <p:spPr bwMode="auto">
          <a:xfrm>
            <a:off x="10981568" y="6519434"/>
            <a:ext cx="62548" cy="108388"/>
          </a:xfrm>
          <a:custGeom>
            <a:avLst/>
            <a:gdLst>
              <a:gd name="T0" fmla="*/ 124 w 133"/>
              <a:gd name="T1" fmla="*/ 204 h 231"/>
              <a:gd name="T2" fmla="*/ 124 w 133"/>
              <a:gd name="T3" fmla="*/ 204 h 231"/>
              <a:gd name="T4" fmla="*/ 124 w 133"/>
              <a:gd name="T5" fmla="*/ 230 h 231"/>
              <a:gd name="T6" fmla="*/ 97 w 133"/>
              <a:gd name="T7" fmla="*/ 230 h 231"/>
              <a:gd name="T8" fmla="*/ 0 w 133"/>
              <a:gd name="T9" fmla="*/ 133 h 231"/>
              <a:gd name="T10" fmla="*/ 0 w 133"/>
              <a:gd name="T11" fmla="*/ 107 h 231"/>
              <a:gd name="T12" fmla="*/ 97 w 133"/>
              <a:gd name="T13" fmla="*/ 9 h 231"/>
              <a:gd name="T14" fmla="*/ 124 w 133"/>
              <a:gd name="T15" fmla="*/ 9 h 231"/>
              <a:gd name="T16" fmla="*/ 124 w 133"/>
              <a:gd name="T17" fmla="*/ 35 h 231"/>
              <a:gd name="T18" fmla="*/ 44 w 133"/>
              <a:gd name="T19" fmla="*/ 115 h 231"/>
              <a:gd name="T20" fmla="*/ 124 w 133"/>
              <a:gd name="T21" fmla="*/ 204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3" h="231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Calibri Light"/>
            </a:endParaRPr>
          </a:p>
        </p:txBody>
      </p:sp>
      <p:sp>
        <p:nvSpPr>
          <p:cNvPr id="11" name="Freeform 38"/>
          <p:cNvSpPr/>
          <p:nvPr userDrawn="1"/>
        </p:nvSpPr>
        <p:spPr bwMode="auto">
          <a:xfrm flipH="1">
            <a:off x="11185500" y="6519215"/>
            <a:ext cx="62219" cy="108388"/>
          </a:xfrm>
          <a:custGeom>
            <a:avLst/>
            <a:gdLst>
              <a:gd name="T0" fmla="*/ 124 w 133"/>
              <a:gd name="T1" fmla="*/ 204 h 231"/>
              <a:gd name="T2" fmla="*/ 124 w 133"/>
              <a:gd name="T3" fmla="*/ 204 h 231"/>
              <a:gd name="T4" fmla="*/ 124 w 133"/>
              <a:gd name="T5" fmla="*/ 230 h 231"/>
              <a:gd name="T6" fmla="*/ 97 w 133"/>
              <a:gd name="T7" fmla="*/ 230 h 231"/>
              <a:gd name="T8" fmla="*/ 0 w 133"/>
              <a:gd name="T9" fmla="*/ 133 h 231"/>
              <a:gd name="T10" fmla="*/ 0 w 133"/>
              <a:gd name="T11" fmla="*/ 107 h 231"/>
              <a:gd name="T12" fmla="*/ 97 w 133"/>
              <a:gd name="T13" fmla="*/ 9 h 231"/>
              <a:gd name="T14" fmla="*/ 124 w 133"/>
              <a:gd name="T15" fmla="*/ 9 h 231"/>
              <a:gd name="T16" fmla="*/ 124 w 133"/>
              <a:gd name="T17" fmla="*/ 35 h 231"/>
              <a:gd name="T18" fmla="*/ 44 w 133"/>
              <a:gd name="T19" fmla="*/ 115 h 231"/>
              <a:gd name="T20" fmla="*/ 124 w 133"/>
              <a:gd name="T21" fmla="*/ 204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3" h="231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dirty="0">
              <a:latin typeface="Calibri Light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11533693" y="409839"/>
            <a:ext cx="391417" cy="307758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Calibri Light"/>
                <a:cs typeface="Calibri Light"/>
              </a:rPr>
              <a:t>‹#›</a:t>
            </a:fld>
            <a:endParaRPr lang="id-ID" sz="1400" dirty="0">
              <a:solidFill>
                <a:schemeClr val="bg1"/>
              </a:solidFill>
              <a:latin typeface="Calibri Light"/>
              <a:cs typeface="Calibri Ligh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BB844-F917-422A-B233-D86541751485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2026/1/6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5E2E-C27D-4B0E-9155-2B84938D31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5"/>
            <a:ext cx="2743200" cy="365125"/>
          </a:xfrm>
          <a:prstGeom prst="rect">
            <a:avLst/>
          </a:prstGeom>
        </p:spPr>
        <p:txBody>
          <a:bodyPr vert="horz" lIns="182843" tIns="91422" rIns="182843" bIns="9142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Lato Regular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5"/>
            <a:ext cx="4114800" cy="365125"/>
          </a:xfrm>
          <a:prstGeom prst="rect">
            <a:avLst/>
          </a:prstGeom>
        </p:spPr>
        <p:txBody>
          <a:bodyPr vert="horz" lIns="182843" tIns="91422" rIns="182843" bIns="9142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Lato Regular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5"/>
            <a:ext cx="2743200" cy="365125"/>
          </a:xfrm>
          <a:prstGeom prst="rect">
            <a:avLst/>
          </a:prstGeom>
        </p:spPr>
        <p:txBody>
          <a:bodyPr vert="horz" lIns="182843" tIns="91422" rIns="182843" bIns="9142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Lato Regular"/>
              </a:defRPr>
            </a:lvl1pPr>
          </a:lstStyle>
          <a:p>
            <a:fld id="{FCEE2C88-6C8F-484D-AF69-578F576B1F4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000" kern="1200">
          <a:solidFill>
            <a:schemeClr val="tx1"/>
          </a:solidFill>
          <a:latin typeface="Lato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lang="en-US" sz="2400" kern="1200" dirty="0" smtClean="0">
          <a:solidFill>
            <a:schemeClr val="tx1"/>
          </a:solidFill>
          <a:effectLst/>
          <a:latin typeface="Lato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lang="en-US" sz="2000" kern="1200" dirty="0" smtClean="0">
          <a:solidFill>
            <a:schemeClr val="tx1"/>
          </a:solidFill>
          <a:effectLst/>
          <a:latin typeface="Lato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lang="en-US" sz="1800" kern="1200" dirty="0" smtClean="0">
          <a:solidFill>
            <a:schemeClr val="tx1"/>
          </a:solidFill>
          <a:effectLst/>
          <a:latin typeface="Lato" pitchFamily="34" charset="0"/>
          <a:ea typeface="+mn-ea"/>
          <a:cs typeface="+mn-cs"/>
        </a:defRPr>
      </a:lvl3pPr>
      <a:lvl4pPr marL="1599565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lang="en-US" sz="1600" kern="1200" dirty="0" smtClean="0">
          <a:solidFill>
            <a:schemeClr val="tx1"/>
          </a:solidFill>
          <a:effectLst/>
          <a:latin typeface="Lato" pitchFamily="34" charset="0"/>
          <a:ea typeface="+mn-ea"/>
          <a:cs typeface="+mn-cs"/>
        </a:defRPr>
      </a:lvl4pPr>
      <a:lvl5pPr marL="2056765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lang="en-US" sz="1600" kern="1200" dirty="0">
          <a:solidFill>
            <a:schemeClr val="tx1"/>
          </a:solidFill>
          <a:effectLst/>
          <a:latin typeface="Lato" pitchFamily="34" charset="0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6" y="745735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59656"/>
            <a:ext cx="487807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Title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FAB679-44B4-403B-A629-5604DCB0AADE}"/>
              </a:ext>
            </a:extLst>
          </p:cNvPr>
          <p:cNvSpPr/>
          <p:nvPr/>
        </p:nvSpPr>
        <p:spPr>
          <a:xfrm>
            <a:off x="158637" y="6156967"/>
            <a:ext cx="8946473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en-US" altLang="zh-CN" b="1" dirty="0">
                <a:solidFill>
                  <a:srgbClr val="000000"/>
                </a:solidFill>
                <a:latin typeface="Times" panose="02020603050405020304" pitchFamily="18" charset="0"/>
                <a:ea typeface="KaiTi" pitchFamily="49" charset="-122"/>
                <a:cs typeface="Times" pitchFamily="18" charset="0"/>
              </a:rPr>
              <a:t>Published as a conference paper at AAAI 2026</a:t>
            </a:r>
            <a:endParaRPr lang="zh-CN" altLang="en-US" b="1" dirty="0">
              <a:solidFill>
                <a:srgbClr val="000000"/>
              </a:solidFill>
              <a:latin typeface="Times" panose="02020603050405020304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964E3E-7BC5-4541-A070-94BA343BD444}"/>
              </a:ext>
            </a:extLst>
          </p:cNvPr>
          <p:cNvSpPr/>
          <p:nvPr/>
        </p:nvSpPr>
        <p:spPr>
          <a:xfrm>
            <a:off x="158636" y="5698893"/>
            <a:ext cx="8946473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en-US" altLang="zh-CN" b="1" dirty="0">
                <a:solidFill>
                  <a:srgbClr val="000000"/>
                </a:solidFill>
                <a:latin typeface="Times" panose="02020603050405020304" pitchFamily="18" charset="0"/>
                <a:ea typeface="KaiTi" pitchFamily="49" charset="-122"/>
                <a:cs typeface="Times" pitchFamily="18" charset="0"/>
              </a:rPr>
              <a:t>https://github.com/PlanckChang/EMAformer</a:t>
            </a:r>
            <a:endParaRPr lang="zh-CN" altLang="en-US" b="1" dirty="0">
              <a:solidFill>
                <a:srgbClr val="000000"/>
              </a:solidFill>
              <a:latin typeface="Times" panose="02020603050405020304" pitchFamily="18" charset="0"/>
              <a:ea typeface="KaiTi" pitchFamily="49" charset="-122"/>
              <a:cs typeface="Times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0FCEF15-22AF-13DE-1F95-2FB32203F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56" y="1678014"/>
            <a:ext cx="11600000" cy="30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50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59656"/>
            <a:ext cx="487807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PAPER</a:t>
            </a:r>
            <a:r>
              <a:rPr lang="zh-CN" altLang="en-US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摘要</a:t>
            </a:r>
            <a:endParaRPr lang="en-US" altLang="zh-CN" sz="3600" b="1" spc="300" dirty="0">
              <a:solidFill>
                <a:schemeClr val="accent6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59EBF7-71A3-4F07-A6FE-82F3EE7FA070}"/>
              </a:ext>
            </a:extLst>
          </p:cNvPr>
          <p:cNvSpPr/>
          <p:nvPr/>
        </p:nvSpPr>
        <p:spPr>
          <a:xfrm>
            <a:off x="7216190" y="3122097"/>
            <a:ext cx="3599162" cy="8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创新点</a:t>
            </a:r>
            <a:r>
              <a:rPr lang="en-US" altLang="zh-CN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: </a:t>
            </a: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将</a:t>
            </a:r>
            <a:r>
              <a:rPr lang="en-US" altLang="zh-CN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Transformer</a:t>
            </a: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的性能缺陷追溯到通道交互的波动性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8C152B-23AE-4400-8A1E-7282F6141873}"/>
              </a:ext>
            </a:extLst>
          </p:cNvPr>
          <p:cNvSpPr/>
          <p:nvPr/>
        </p:nvSpPr>
        <p:spPr>
          <a:xfrm>
            <a:off x="7216190" y="4375984"/>
            <a:ext cx="3734428" cy="870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创新点</a:t>
            </a:r>
            <a:r>
              <a:rPr lang="en-US" altLang="zh-CN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2: </a:t>
            </a: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通道嵌入、相位嵌入、联合嵌入</a:t>
            </a:r>
            <a:endParaRPr lang="zh-CN" altLang="en-US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sp>
        <p:nvSpPr>
          <p:cNvPr id="7" name="星形: 五角 6">
            <a:extLst>
              <a:ext uri="{FF2B5EF4-FFF2-40B4-BE49-F238E27FC236}">
                <a16:creationId xmlns:a16="http://schemas.microsoft.com/office/drawing/2014/main" id="{75EE2F4F-4CB2-47F8-A076-75BD65A4C03A}"/>
              </a:ext>
            </a:extLst>
          </p:cNvPr>
          <p:cNvSpPr/>
          <p:nvPr/>
        </p:nvSpPr>
        <p:spPr>
          <a:xfrm>
            <a:off x="7485207" y="3122096"/>
            <a:ext cx="259492" cy="246506"/>
          </a:xfrm>
          <a:prstGeom prst="star5">
            <a:avLst/>
          </a:prstGeom>
          <a:solidFill>
            <a:srgbClr val="FBD2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星形: 五角 12">
            <a:extLst>
              <a:ext uri="{FF2B5EF4-FFF2-40B4-BE49-F238E27FC236}">
                <a16:creationId xmlns:a16="http://schemas.microsoft.com/office/drawing/2014/main" id="{F6EFA769-D417-4310-B7FC-AF1D930A66B4}"/>
              </a:ext>
            </a:extLst>
          </p:cNvPr>
          <p:cNvSpPr/>
          <p:nvPr/>
        </p:nvSpPr>
        <p:spPr>
          <a:xfrm>
            <a:off x="7485207" y="4280839"/>
            <a:ext cx="259492" cy="246506"/>
          </a:xfrm>
          <a:prstGeom prst="star5">
            <a:avLst/>
          </a:prstGeom>
          <a:solidFill>
            <a:srgbClr val="FBD2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D0A4549-7009-C6F1-06B5-7953AF371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43" y="1013807"/>
            <a:ext cx="6552381" cy="55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726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59656"/>
            <a:ext cx="487807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PAPER</a:t>
            </a:r>
            <a:r>
              <a:rPr lang="zh-CN" altLang="en-US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摘要</a:t>
            </a:r>
            <a:endParaRPr lang="en-US" altLang="zh-CN" sz="3600" b="1" spc="300" dirty="0">
              <a:solidFill>
                <a:schemeClr val="accent6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411D03E-F561-BE4B-66E8-2A09F10FB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56" y="1092611"/>
            <a:ext cx="11670416" cy="453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259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59656"/>
            <a:ext cx="487807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PAPER</a:t>
            </a:r>
            <a:r>
              <a:rPr lang="zh-CN" altLang="en-US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摘要</a:t>
            </a:r>
            <a:endParaRPr lang="en-US" altLang="zh-CN" sz="3600" b="1" spc="300" dirty="0">
              <a:solidFill>
                <a:schemeClr val="accent6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723019-C21B-4149-3181-A7F0E4822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78" y="1460513"/>
            <a:ext cx="11027843" cy="471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170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C9E9BB4E-E177-11D7-B7EC-401CC77F7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75" y="1594859"/>
            <a:ext cx="5322594" cy="5100202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INTRODUCTION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E21F03-DBE4-4239-A19C-3271389FEC01}"/>
              </a:ext>
            </a:extLst>
          </p:cNvPr>
          <p:cNvSpPr/>
          <p:nvPr/>
        </p:nvSpPr>
        <p:spPr>
          <a:xfrm>
            <a:off x="6797730" y="5138835"/>
            <a:ext cx="4072149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不同变量间的相关性波动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059A20-3F97-459D-BFD9-0753EE60F80B}"/>
              </a:ext>
            </a:extLst>
          </p:cNvPr>
          <p:cNvSpPr/>
          <p:nvPr/>
        </p:nvSpPr>
        <p:spPr>
          <a:xfrm>
            <a:off x="6797730" y="5783368"/>
            <a:ext cx="4430389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144000"/>
              <a:buFont typeface="Wingdings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本质是</a:t>
            </a:r>
            <a:r>
              <a:rPr lang="zh-CN" altLang="en-US" b="1" dirty="0">
                <a:solidFill>
                  <a:srgbClr val="2585C9"/>
                </a:solidFill>
                <a:latin typeface="Times" pitchFamily="18" charset="0"/>
                <a:ea typeface="KaiTi" pitchFamily="49" charset="-122"/>
                <a:cs typeface="Times" pitchFamily="18" charset="0"/>
              </a:rPr>
              <a:t>时序数据多噪声</a:t>
            </a:r>
            <a:endParaRPr lang="zh-CN" altLang="en-US" b="1" dirty="0">
              <a:solidFill>
                <a:srgbClr val="000000"/>
              </a:solidFill>
              <a:latin typeface="Times" pitchFamily="18" charset="0"/>
              <a:ea typeface="KaiTi" pitchFamily="49" charset="-122"/>
              <a:cs typeface="Times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AE54E20-BF67-7760-B7E8-3C27BFFFC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35" y="962518"/>
            <a:ext cx="5205673" cy="83584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6707F1D-1128-E1A7-8FE5-EE87B71441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7730" y="892749"/>
            <a:ext cx="4678735" cy="412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61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INTRODUCTION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6707F1D-1128-E1A7-8FE5-EE87B7144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66" y="1035068"/>
            <a:ext cx="5952474" cy="524196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1627386-8223-56BD-268A-7E94AE5C4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137" y="791103"/>
            <a:ext cx="3451655" cy="592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611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Method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A8FDFE4-F827-7DA9-964B-39F4F7479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50" y="1035247"/>
            <a:ext cx="4238437" cy="517635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9C7EB2-4764-78ED-0482-B9D862B62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40039"/>
            <a:ext cx="7137047" cy="411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745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Method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F183DD4-DC80-E00B-E68A-403C3B684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06" y="1046596"/>
            <a:ext cx="9786251" cy="56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5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实验</a:t>
            </a:r>
            <a:endParaRPr lang="en-US" altLang="zh-CN" sz="3600" b="1" spc="300" dirty="0">
              <a:solidFill>
                <a:schemeClr val="accent6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lang="en-US" altLang="zh-CN" sz="3600" b="1" spc="300" dirty="0">
              <a:solidFill>
                <a:schemeClr val="accent6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A6DAE8A-5A8F-41B2-0956-61D534D13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56" y="1569978"/>
            <a:ext cx="11438910" cy="449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119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58637" y="742848"/>
            <a:ext cx="11642065" cy="0"/>
          </a:xfrm>
          <a:prstGeom prst="line">
            <a:avLst/>
          </a:prstGeom>
          <a:ln w="38100">
            <a:solidFill>
              <a:srgbClr val="1A81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7156" y="111212"/>
            <a:ext cx="7481501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600" b="1" spc="300" dirty="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实验</a:t>
            </a:r>
            <a:endParaRPr lang="en-US" altLang="zh-CN" sz="3600" b="1" spc="300" dirty="0">
              <a:solidFill>
                <a:schemeClr val="accent6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lang="en-US" altLang="zh-CN" sz="3600" b="1" spc="300" dirty="0">
              <a:solidFill>
                <a:schemeClr val="accent6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0216809-A27E-6057-9C0D-B2ACD5C9F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30" y="1758148"/>
            <a:ext cx="5104950" cy="357059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4BDE3B5-5DF9-2457-94EB-2E460251C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353" y="990569"/>
            <a:ext cx="3219697" cy="168361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3BF82B6-11E5-1610-C77D-DF920E195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1782" y="2650907"/>
            <a:ext cx="3270386" cy="409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361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/>
          <p:cNvGrpSpPr/>
          <p:nvPr/>
        </p:nvGrpSpPr>
        <p:grpSpPr>
          <a:xfrm>
            <a:off x="0" y="4148231"/>
            <a:ext cx="12192000" cy="2734876"/>
            <a:chOff x="2239347" y="1909777"/>
            <a:chExt cx="7483679" cy="1804078"/>
          </a:xfrm>
        </p:grpSpPr>
        <p:sp>
          <p:nvSpPr>
            <p:cNvPr id="14" name="矩形 13"/>
            <p:cNvSpPr/>
            <p:nvPr/>
          </p:nvSpPr>
          <p:spPr>
            <a:xfrm>
              <a:off x="2239347" y="1909777"/>
              <a:ext cx="7483679" cy="1770063"/>
            </a:xfrm>
            <a:prstGeom prst="rect">
              <a:avLst/>
            </a:prstGeom>
            <a:solidFill>
              <a:srgbClr val="008E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65"/>
              <a:endParaRPr lang="zh-CN" altLang="en-US" sz="1065">
                <a:solidFill>
                  <a:prstClr val="white"/>
                </a:solidFill>
                <a:latin typeface="Calibri"/>
                <a:ea typeface="宋体" charset="-122"/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2239347" y="1943792"/>
              <a:ext cx="7483679" cy="1770063"/>
            </a:xfrm>
            <a:prstGeom prst="rect">
              <a:avLst/>
            </a:prstGeom>
            <a:solidFill>
              <a:srgbClr val="0034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65"/>
              <a:endParaRPr lang="zh-CN" altLang="en-US" sz="1065">
                <a:solidFill>
                  <a:prstClr val="white"/>
                </a:solidFill>
                <a:latin typeface="Calibri"/>
                <a:ea typeface="宋体" charset="-122"/>
              </a:endParaRPr>
            </a:p>
          </p:txBody>
        </p:sp>
      </p:grpSp>
      <p:sp>
        <p:nvSpPr>
          <p:cNvPr id="104" name="矩形 103"/>
          <p:cNvSpPr/>
          <p:nvPr/>
        </p:nvSpPr>
        <p:spPr>
          <a:xfrm>
            <a:off x="3032794" y="5077350"/>
            <a:ext cx="6054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3765"/>
            <a:r>
              <a:rPr lang="en-US" altLang="zh-CN" sz="3200" b="1" spc="5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Thanks</a:t>
            </a:r>
            <a:endParaRPr lang="zh-CN" altLang="en-US" sz="3200" b="1" spc="5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Freeform 11"/>
          <p:cNvSpPr/>
          <p:nvPr/>
        </p:nvSpPr>
        <p:spPr bwMode="auto">
          <a:xfrm>
            <a:off x="4245957" y="324646"/>
            <a:ext cx="3627963" cy="3630084"/>
          </a:xfrm>
          <a:custGeom>
            <a:avLst/>
            <a:gdLst>
              <a:gd name="T0" fmla="*/ 844 w 1714"/>
              <a:gd name="T1" fmla="*/ 1715 h 1715"/>
              <a:gd name="T2" fmla="*/ 1714 w 1714"/>
              <a:gd name="T3" fmla="*/ 838 h 1715"/>
              <a:gd name="T4" fmla="*/ 871 w 1714"/>
              <a:gd name="T5" fmla="*/ 0 h 1715"/>
              <a:gd name="T6" fmla="*/ 0 w 1714"/>
              <a:gd name="T7" fmla="*/ 877 h 1715"/>
              <a:gd name="T8" fmla="*/ 844 w 1714"/>
              <a:gd name="T9" fmla="*/ 1715 h 1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14" h="1715">
                <a:moveTo>
                  <a:pt x="844" y="1715"/>
                </a:moveTo>
                <a:lnTo>
                  <a:pt x="1714" y="838"/>
                </a:lnTo>
                <a:lnTo>
                  <a:pt x="871" y="0"/>
                </a:lnTo>
                <a:lnTo>
                  <a:pt x="0" y="877"/>
                </a:lnTo>
                <a:lnTo>
                  <a:pt x="844" y="1715"/>
                </a:ln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defTabSz="913765"/>
            <a:endParaRPr lang="zh-CN" altLang="en-US">
              <a:solidFill>
                <a:prstClr val="black"/>
              </a:solidFill>
              <a:latin typeface="Calibri"/>
              <a:ea typeface="宋体" charset="-122"/>
            </a:endParaRPr>
          </a:p>
        </p:txBody>
      </p:sp>
      <p:grpSp>
        <p:nvGrpSpPr>
          <p:cNvPr id="163" name="组合 162"/>
          <p:cNvGrpSpPr/>
          <p:nvPr/>
        </p:nvGrpSpPr>
        <p:grpSpPr>
          <a:xfrm>
            <a:off x="2397978" y="1285625"/>
            <a:ext cx="1761065" cy="1761067"/>
            <a:chOff x="1798483" y="964219"/>
            <a:chExt cx="1320799" cy="13208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35" name="Freeform 7"/>
            <p:cNvSpPr/>
            <p:nvPr/>
          </p:nvSpPr>
          <p:spPr bwMode="auto">
            <a:xfrm>
              <a:off x="1798483" y="964219"/>
              <a:ext cx="1320799" cy="1320800"/>
            </a:xfrm>
            <a:custGeom>
              <a:avLst/>
              <a:gdLst>
                <a:gd name="T0" fmla="*/ 413 w 832"/>
                <a:gd name="T1" fmla="*/ 832 h 832"/>
                <a:gd name="T2" fmla="*/ 832 w 832"/>
                <a:gd name="T3" fmla="*/ 411 h 832"/>
                <a:gd name="T4" fmla="*/ 417 w 832"/>
                <a:gd name="T5" fmla="*/ 0 h 832"/>
                <a:gd name="T6" fmla="*/ 0 w 832"/>
                <a:gd name="T7" fmla="*/ 421 h 832"/>
                <a:gd name="T8" fmla="*/ 413 w 832"/>
                <a:gd name="T9" fmla="*/ 832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2" h="832">
                  <a:moveTo>
                    <a:pt x="413" y="832"/>
                  </a:moveTo>
                  <a:lnTo>
                    <a:pt x="832" y="411"/>
                  </a:lnTo>
                  <a:lnTo>
                    <a:pt x="417" y="0"/>
                  </a:lnTo>
                  <a:lnTo>
                    <a:pt x="0" y="421"/>
                  </a:lnTo>
                  <a:lnTo>
                    <a:pt x="413" y="832"/>
                  </a:lnTo>
                  <a:close/>
                </a:path>
              </a:pathLst>
            </a:custGeom>
            <a:solidFill>
              <a:srgbClr val="B3B2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  <a:latin typeface="Calibri"/>
                <a:ea typeface="宋体" charset="-122"/>
              </a:endParaRPr>
            </a:p>
          </p:txBody>
        </p:sp>
        <p:grpSp>
          <p:nvGrpSpPr>
            <p:cNvPr id="143" name="Group 95"/>
            <p:cNvGrpSpPr>
              <a:grpSpLocks noChangeAspect="1"/>
            </p:cNvGrpSpPr>
            <p:nvPr/>
          </p:nvGrpSpPr>
          <p:grpSpPr bwMode="auto">
            <a:xfrm>
              <a:off x="2226992" y="1353286"/>
              <a:ext cx="498761" cy="418053"/>
              <a:chOff x="516" y="908"/>
              <a:chExt cx="550" cy="461"/>
            </a:xfrm>
            <a:solidFill>
              <a:srgbClr val="003451"/>
            </a:solidFill>
          </p:grpSpPr>
          <p:sp>
            <p:nvSpPr>
              <p:cNvPr id="145" name="Rectangle 96"/>
              <p:cNvSpPr/>
              <p:nvPr/>
            </p:nvSpPr>
            <p:spPr bwMode="auto">
              <a:xfrm>
                <a:off x="923" y="1146"/>
                <a:ext cx="62" cy="2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  <a:latin typeface="Calibri"/>
                  <a:ea typeface="宋体" charset="-122"/>
                </a:endParaRPr>
              </a:p>
            </p:txBody>
          </p:sp>
          <p:sp>
            <p:nvSpPr>
              <p:cNvPr id="146" name="Freeform 97"/>
              <p:cNvSpPr/>
              <p:nvPr/>
            </p:nvSpPr>
            <p:spPr bwMode="auto">
              <a:xfrm>
                <a:off x="516" y="908"/>
                <a:ext cx="550" cy="221"/>
              </a:xfrm>
              <a:custGeom>
                <a:avLst/>
                <a:gdLst>
                  <a:gd name="T0" fmla="*/ 223 w 230"/>
                  <a:gd name="T1" fmla="*/ 29 h 92"/>
                  <a:gd name="T2" fmla="*/ 164 w 230"/>
                  <a:gd name="T3" fmla="*/ 29 h 92"/>
                  <a:gd name="T4" fmla="*/ 164 w 230"/>
                  <a:gd name="T5" fmla="*/ 24 h 92"/>
                  <a:gd name="T6" fmla="*/ 160 w 230"/>
                  <a:gd name="T7" fmla="*/ 24 h 92"/>
                  <a:gd name="T8" fmla="*/ 160 w 230"/>
                  <a:gd name="T9" fmla="*/ 5 h 92"/>
                  <a:gd name="T10" fmla="*/ 154 w 230"/>
                  <a:gd name="T11" fmla="*/ 0 h 92"/>
                  <a:gd name="T12" fmla="*/ 75 w 230"/>
                  <a:gd name="T13" fmla="*/ 0 h 92"/>
                  <a:gd name="T14" fmla="*/ 70 w 230"/>
                  <a:gd name="T15" fmla="*/ 5 h 92"/>
                  <a:gd name="T16" fmla="*/ 70 w 230"/>
                  <a:gd name="T17" fmla="*/ 24 h 92"/>
                  <a:gd name="T18" fmla="*/ 65 w 230"/>
                  <a:gd name="T19" fmla="*/ 24 h 92"/>
                  <a:gd name="T20" fmla="*/ 65 w 230"/>
                  <a:gd name="T21" fmla="*/ 29 h 92"/>
                  <a:gd name="T22" fmla="*/ 7 w 230"/>
                  <a:gd name="T23" fmla="*/ 29 h 92"/>
                  <a:gd name="T24" fmla="*/ 0 w 230"/>
                  <a:gd name="T25" fmla="*/ 36 h 92"/>
                  <a:gd name="T26" fmla="*/ 0 w 230"/>
                  <a:gd name="T27" fmla="*/ 92 h 92"/>
                  <a:gd name="T28" fmla="*/ 230 w 230"/>
                  <a:gd name="T29" fmla="*/ 92 h 92"/>
                  <a:gd name="T30" fmla="*/ 230 w 230"/>
                  <a:gd name="T31" fmla="*/ 36 h 92"/>
                  <a:gd name="T32" fmla="*/ 223 w 230"/>
                  <a:gd name="T33" fmla="*/ 29 h 92"/>
                  <a:gd name="T34" fmla="*/ 149 w 230"/>
                  <a:gd name="T35" fmla="*/ 24 h 92"/>
                  <a:gd name="T36" fmla="*/ 147 w 230"/>
                  <a:gd name="T37" fmla="*/ 24 h 92"/>
                  <a:gd name="T38" fmla="*/ 147 w 230"/>
                  <a:gd name="T39" fmla="*/ 29 h 92"/>
                  <a:gd name="T40" fmla="*/ 83 w 230"/>
                  <a:gd name="T41" fmla="*/ 29 h 92"/>
                  <a:gd name="T42" fmla="*/ 83 w 230"/>
                  <a:gd name="T43" fmla="*/ 24 h 92"/>
                  <a:gd name="T44" fmla="*/ 81 w 230"/>
                  <a:gd name="T45" fmla="*/ 24 h 92"/>
                  <a:gd name="T46" fmla="*/ 81 w 230"/>
                  <a:gd name="T47" fmla="*/ 11 h 92"/>
                  <a:gd name="T48" fmla="*/ 149 w 230"/>
                  <a:gd name="T49" fmla="*/ 11 h 92"/>
                  <a:gd name="T50" fmla="*/ 149 w 230"/>
                  <a:gd name="T51" fmla="*/ 2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0" h="92">
                    <a:moveTo>
                      <a:pt x="223" y="29"/>
                    </a:moveTo>
                    <a:cubicBezTo>
                      <a:pt x="164" y="29"/>
                      <a:pt x="164" y="29"/>
                      <a:pt x="164" y="29"/>
                    </a:cubicBezTo>
                    <a:cubicBezTo>
                      <a:pt x="164" y="24"/>
                      <a:pt x="164" y="24"/>
                      <a:pt x="164" y="24"/>
                    </a:cubicBezTo>
                    <a:cubicBezTo>
                      <a:pt x="160" y="24"/>
                      <a:pt x="160" y="24"/>
                      <a:pt x="160" y="24"/>
                    </a:cubicBezTo>
                    <a:cubicBezTo>
                      <a:pt x="160" y="5"/>
                      <a:pt x="160" y="5"/>
                      <a:pt x="160" y="5"/>
                    </a:cubicBezTo>
                    <a:cubicBezTo>
                      <a:pt x="160" y="2"/>
                      <a:pt x="157" y="0"/>
                      <a:pt x="154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72" y="0"/>
                      <a:pt x="70" y="2"/>
                      <a:pt x="70" y="5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65" y="24"/>
                      <a:pt x="65" y="24"/>
                      <a:pt x="65" y="24"/>
                    </a:cubicBezTo>
                    <a:cubicBezTo>
                      <a:pt x="65" y="29"/>
                      <a:pt x="65" y="29"/>
                      <a:pt x="65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3" y="29"/>
                      <a:pt x="0" y="32"/>
                      <a:pt x="0" y="36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230" y="92"/>
                      <a:pt x="230" y="92"/>
                      <a:pt x="230" y="92"/>
                    </a:cubicBezTo>
                    <a:cubicBezTo>
                      <a:pt x="230" y="36"/>
                      <a:pt x="230" y="36"/>
                      <a:pt x="230" y="36"/>
                    </a:cubicBezTo>
                    <a:cubicBezTo>
                      <a:pt x="230" y="32"/>
                      <a:pt x="227" y="29"/>
                      <a:pt x="223" y="29"/>
                    </a:cubicBezTo>
                    <a:close/>
                    <a:moveTo>
                      <a:pt x="149" y="24"/>
                    </a:moveTo>
                    <a:cubicBezTo>
                      <a:pt x="147" y="24"/>
                      <a:pt x="147" y="24"/>
                      <a:pt x="147" y="24"/>
                    </a:cubicBezTo>
                    <a:cubicBezTo>
                      <a:pt x="147" y="29"/>
                      <a:pt x="147" y="29"/>
                      <a:pt x="147" y="29"/>
                    </a:cubicBezTo>
                    <a:cubicBezTo>
                      <a:pt x="83" y="29"/>
                      <a:pt x="83" y="29"/>
                      <a:pt x="83" y="29"/>
                    </a:cubicBezTo>
                    <a:cubicBezTo>
                      <a:pt x="83" y="24"/>
                      <a:pt x="83" y="24"/>
                      <a:pt x="83" y="24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149" y="11"/>
                      <a:pt x="149" y="11"/>
                      <a:pt x="149" y="11"/>
                    </a:cubicBezTo>
                    <a:lnTo>
                      <a:pt x="149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  <a:latin typeface="Calibri"/>
                  <a:ea typeface="宋体" charset="-122"/>
                </a:endParaRPr>
              </a:p>
            </p:txBody>
          </p:sp>
          <p:sp>
            <p:nvSpPr>
              <p:cNvPr id="147" name="Freeform 98"/>
              <p:cNvSpPr/>
              <p:nvPr/>
            </p:nvSpPr>
            <p:spPr bwMode="auto">
              <a:xfrm>
                <a:off x="516" y="1146"/>
                <a:ext cx="550" cy="223"/>
              </a:xfrm>
              <a:custGeom>
                <a:avLst/>
                <a:gdLst>
                  <a:gd name="T0" fmla="*/ 199 w 230"/>
                  <a:gd name="T1" fmla="*/ 14 h 93"/>
                  <a:gd name="T2" fmla="*/ 198 w 230"/>
                  <a:gd name="T3" fmla="*/ 15 h 93"/>
                  <a:gd name="T4" fmla="*/ 168 w 230"/>
                  <a:gd name="T5" fmla="*/ 15 h 93"/>
                  <a:gd name="T6" fmla="*/ 166 w 230"/>
                  <a:gd name="T7" fmla="*/ 14 h 93"/>
                  <a:gd name="T8" fmla="*/ 166 w 230"/>
                  <a:gd name="T9" fmla="*/ 0 h 93"/>
                  <a:gd name="T10" fmla="*/ 64 w 230"/>
                  <a:gd name="T11" fmla="*/ 0 h 93"/>
                  <a:gd name="T12" fmla="*/ 64 w 230"/>
                  <a:gd name="T13" fmla="*/ 14 h 93"/>
                  <a:gd name="T14" fmla="*/ 62 w 230"/>
                  <a:gd name="T15" fmla="*/ 15 h 93"/>
                  <a:gd name="T16" fmla="*/ 32 w 230"/>
                  <a:gd name="T17" fmla="*/ 15 h 93"/>
                  <a:gd name="T18" fmla="*/ 30 w 230"/>
                  <a:gd name="T19" fmla="*/ 14 h 93"/>
                  <a:gd name="T20" fmla="*/ 30 w 230"/>
                  <a:gd name="T21" fmla="*/ 0 h 93"/>
                  <a:gd name="T22" fmla="*/ 0 w 230"/>
                  <a:gd name="T23" fmla="*/ 0 h 93"/>
                  <a:gd name="T24" fmla="*/ 0 w 230"/>
                  <a:gd name="T25" fmla="*/ 86 h 93"/>
                  <a:gd name="T26" fmla="*/ 7 w 230"/>
                  <a:gd name="T27" fmla="*/ 93 h 93"/>
                  <a:gd name="T28" fmla="*/ 223 w 230"/>
                  <a:gd name="T29" fmla="*/ 93 h 93"/>
                  <a:gd name="T30" fmla="*/ 230 w 230"/>
                  <a:gd name="T31" fmla="*/ 86 h 93"/>
                  <a:gd name="T32" fmla="*/ 230 w 230"/>
                  <a:gd name="T33" fmla="*/ 0 h 93"/>
                  <a:gd name="T34" fmla="*/ 199 w 230"/>
                  <a:gd name="T35" fmla="*/ 0 h 93"/>
                  <a:gd name="T36" fmla="*/ 199 w 230"/>
                  <a:gd name="T37" fmla="*/ 14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0" h="93">
                    <a:moveTo>
                      <a:pt x="199" y="14"/>
                    </a:moveTo>
                    <a:cubicBezTo>
                      <a:pt x="199" y="15"/>
                      <a:pt x="199" y="15"/>
                      <a:pt x="198" y="15"/>
                    </a:cubicBezTo>
                    <a:cubicBezTo>
                      <a:pt x="168" y="15"/>
                      <a:pt x="168" y="15"/>
                      <a:pt x="168" y="15"/>
                    </a:cubicBezTo>
                    <a:cubicBezTo>
                      <a:pt x="167" y="15"/>
                      <a:pt x="166" y="15"/>
                      <a:pt x="166" y="14"/>
                    </a:cubicBezTo>
                    <a:cubicBezTo>
                      <a:pt x="166" y="0"/>
                      <a:pt x="166" y="0"/>
                      <a:pt x="166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14"/>
                      <a:pt x="64" y="14"/>
                      <a:pt x="64" y="14"/>
                    </a:cubicBezTo>
                    <a:cubicBezTo>
                      <a:pt x="64" y="15"/>
                      <a:pt x="63" y="15"/>
                      <a:pt x="6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1" y="15"/>
                      <a:pt x="30" y="15"/>
                      <a:pt x="30" y="14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90"/>
                      <a:pt x="3" y="93"/>
                      <a:pt x="7" y="93"/>
                    </a:cubicBezTo>
                    <a:cubicBezTo>
                      <a:pt x="223" y="93"/>
                      <a:pt x="223" y="93"/>
                      <a:pt x="223" y="93"/>
                    </a:cubicBezTo>
                    <a:cubicBezTo>
                      <a:pt x="227" y="93"/>
                      <a:pt x="230" y="90"/>
                      <a:pt x="230" y="86"/>
                    </a:cubicBezTo>
                    <a:cubicBezTo>
                      <a:pt x="230" y="0"/>
                      <a:pt x="230" y="0"/>
                      <a:pt x="230" y="0"/>
                    </a:cubicBezTo>
                    <a:cubicBezTo>
                      <a:pt x="199" y="0"/>
                      <a:pt x="199" y="0"/>
                      <a:pt x="199" y="0"/>
                    </a:cubicBezTo>
                    <a:lnTo>
                      <a:pt x="199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  <a:latin typeface="Calibri"/>
                  <a:ea typeface="宋体" charset="-122"/>
                </a:endParaRPr>
              </a:p>
            </p:txBody>
          </p:sp>
          <p:sp>
            <p:nvSpPr>
              <p:cNvPr id="148" name="Rectangle 99"/>
              <p:cNvSpPr/>
              <p:nvPr/>
            </p:nvSpPr>
            <p:spPr bwMode="auto">
              <a:xfrm>
                <a:off x="598" y="1146"/>
                <a:ext cx="62" cy="2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  <a:latin typeface="Calibri"/>
                  <a:ea typeface="宋体" charset="-122"/>
                </a:endParaRPr>
              </a:p>
            </p:txBody>
          </p:sp>
        </p:grpSp>
      </p:grpSp>
      <p:grpSp>
        <p:nvGrpSpPr>
          <p:cNvPr id="165" name="组合 164"/>
          <p:cNvGrpSpPr/>
          <p:nvPr/>
        </p:nvGrpSpPr>
        <p:grpSpPr>
          <a:xfrm>
            <a:off x="7113653" y="322673"/>
            <a:ext cx="1761065" cy="1761067"/>
            <a:chOff x="5335239" y="242005"/>
            <a:chExt cx="1320799" cy="1320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Freeform 10"/>
            <p:cNvSpPr/>
            <p:nvPr/>
          </p:nvSpPr>
          <p:spPr bwMode="auto">
            <a:xfrm>
              <a:off x="5335239" y="242005"/>
              <a:ext cx="1320799" cy="1320800"/>
            </a:xfrm>
            <a:custGeom>
              <a:avLst/>
              <a:gdLst>
                <a:gd name="T0" fmla="*/ 413 w 832"/>
                <a:gd name="T1" fmla="*/ 832 h 832"/>
                <a:gd name="T2" fmla="*/ 832 w 832"/>
                <a:gd name="T3" fmla="*/ 411 h 832"/>
                <a:gd name="T4" fmla="*/ 417 w 832"/>
                <a:gd name="T5" fmla="*/ 0 h 832"/>
                <a:gd name="T6" fmla="*/ 0 w 832"/>
                <a:gd name="T7" fmla="*/ 421 h 832"/>
                <a:gd name="T8" fmla="*/ 413 w 832"/>
                <a:gd name="T9" fmla="*/ 832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2" h="832">
                  <a:moveTo>
                    <a:pt x="413" y="832"/>
                  </a:moveTo>
                  <a:lnTo>
                    <a:pt x="832" y="411"/>
                  </a:lnTo>
                  <a:lnTo>
                    <a:pt x="417" y="0"/>
                  </a:lnTo>
                  <a:lnTo>
                    <a:pt x="0" y="421"/>
                  </a:lnTo>
                  <a:lnTo>
                    <a:pt x="413" y="832"/>
                  </a:lnTo>
                  <a:close/>
                </a:path>
              </a:pathLst>
            </a:custGeom>
            <a:solidFill>
              <a:srgbClr val="008E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  <a:latin typeface="Calibri"/>
                <a:ea typeface="宋体" charset="-122"/>
              </a:endParaRPr>
            </a:p>
          </p:txBody>
        </p:sp>
        <p:grpSp>
          <p:nvGrpSpPr>
            <p:cNvPr id="150" name="Group 102"/>
            <p:cNvGrpSpPr>
              <a:grpSpLocks noChangeAspect="1"/>
            </p:cNvGrpSpPr>
            <p:nvPr/>
          </p:nvGrpSpPr>
          <p:grpSpPr bwMode="auto">
            <a:xfrm>
              <a:off x="5749567" y="644255"/>
              <a:ext cx="490554" cy="565815"/>
              <a:chOff x="4803" y="446"/>
              <a:chExt cx="541" cy="624"/>
            </a:xfrm>
            <a:solidFill>
              <a:srgbClr val="003451"/>
            </a:solidFill>
          </p:grpSpPr>
          <p:sp>
            <p:nvSpPr>
              <p:cNvPr id="152" name="Oval 103"/>
              <p:cNvSpPr/>
              <p:nvPr/>
            </p:nvSpPr>
            <p:spPr bwMode="auto">
              <a:xfrm>
                <a:off x="4939" y="766"/>
                <a:ext cx="259" cy="25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  <a:latin typeface="Calibri"/>
                  <a:ea typeface="宋体" charset="-122"/>
                </a:endParaRPr>
              </a:p>
            </p:txBody>
          </p:sp>
          <p:sp>
            <p:nvSpPr>
              <p:cNvPr id="153" name="Freeform 104"/>
              <p:cNvSpPr/>
              <p:nvPr/>
            </p:nvSpPr>
            <p:spPr bwMode="auto">
              <a:xfrm>
                <a:off x="4803" y="446"/>
                <a:ext cx="541" cy="624"/>
              </a:xfrm>
              <a:custGeom>
                <a:avLst/>
                <a:gdLst>
                  <a:gd name="T0" fmla="*/ 120 w 226"/>
                  <a:gd name="T1" fmla="*/ 115 h 261"/>
                  <a:gd name="T2" fmla="*/ 120 w 226"/>
                  <a:gd name="T3" fmla="*/ 112 h 261"/>
                  <a:gd name="T4" fmla="*/ 175 w 226"/>
                  <a:gd name="T5" fmla="*/ 112 h 261"/>
                  <a:gd name="T6" fmla="*/ 175 w 226"/>
                  <a:gd name="T7" fmla="*/ 82 h 261"/>
                  <a:gd name="T8" fmla="*/ 163 w 226"/>
                  <a:gd name="T9" fmla="*/ 82 h 261"/>
                  <a:gd name="T10" fmla="*/ 226 w 226"/>
                  <a:gd name="T11" fmla="*/ 2 h 261"/>
                  <a:gd name="T12" fmla="*/ 225 w 226"/>
                  <a:gd name="T13" fmla="*/ 1 h 261"/>
                  <a:gd name="T14" fmla="*/ 147 w 226"/>
                  <a:gd name="T15" fmla="*/ 1 h 261"/>
                  <a:gd name="T16" fmla="*/ 117 w 226"/>
                  <a:gd name="T17" fmla="*/ 40 h 261"/>
                  <a:gd name="T18" fmla="*/ 150 w 226"/>
                  <a:gd name="T19" fmla="*/ 82 h 261"/>
                  <a:gd name="T20" fmla="*/ 148 w 226"/>
                  <a:gd name="T21" fmla="*/ 82 h 261"/>
                  <a:gd name="T22" fmla="*/ 83 w 226"/>
                  <a:gd name="T23" fmla="*/ 0 h 261"/>
                  <a:gd name="T24" fmla="*/ 3 w 226"/>
                  <a:gd name="T25" fmla="*/ 0 h 261"/>
                  <a:gd name="T26" fmla="*/ 0 w 226"/>
                  <a:gd name="T27" fmla="*/ 2 h 261"/>
                  <a:gd name="T28" fmla="*/ 63 w 226"/>
                  <a:gd name="T29" fmla="*/ 82 h 261"/>
                  <a:gd name="T30" fmla="*/ 47 w 226"/>
                  <a:gd name="T31" fmla="*/ 82 h 261"/>
                  <a:gd name="T32" fmla="*/ 47 w 226"/>
                  <a:gd name="T33" fmla="*/ 112 h 261"/>
                  <a:gd name="T34" fmla="*/ 102 w 226"/>
                  <a:gd name="T35" fmla="*/ 112 h 261"/>
                  <a:gd name="T36" fmla="*/ 102 w 226"/>
                  <a:gd name="T37" fmla="*/ 115 h 261"/>
                  <a:gd name="T38" fmla="*/ 37 w 226"/>
                  <a:gd name="T39" fmla="*/ 188 h 261"/>
                  <a:gd name="T40" fmla="*/ 111 w 226"/>
                  <a:gd name="T41" fmla="*/ 261 h 261"/>
                  <a:gd name="T42" fmla="*/ 184 w 226"/>
                  <a:gd name="T43" fmla="*/ 188 h 261"/>
                  <a:gd name="T44" fmla="*/ 120 w 226"/>
                  <a:gd name="T45" fmla="*/ 115 h 261"/>
                  <a:gd name="T46" fmla="*/ 55 w 226"/>
                  <a:gd name="T47" fmla="*/ 90 h 261"/>
                  <a:gd name="T48" fmla="*/ 70 w 226"/>
                  <a:gd name="T49" fmla="*/ 90 h 261"/>
                  <a:gd name="T50" fmla="*/ 74 w 226"/>
                  <a:gd name="T51" fmla="*/ 95 h 261"/>
                  <a:gd name="T52" fmla="*/ 158 w 226"/>
                  <a:gd name="T53" fmla="*/ 95 h 261"/>
                  <a:gd name="T54" fmla="*/ 154 w 226"/>
                  <a:gd name="T55" fmla="*/ 90 h 261"/>
                  <a:gd name="T56" fmla="*/ 167 w 226"/>
                  <a:gd name="T57" fmla="*/ 90 h 261"/>
                  <a:gd name="T58" fmla="*/ 167 w 226"/>
                  <a:gd name="T59" fmla="*/ 104 h 261"/>
                  <a:gd name="T60" fmla="*/ 55 w 226"/>
                  <a:gd name="T61" fmla="*/ 104 h 261"/>
                  <a:gd name="T62" fmla="*/ 55 w 226"/>
                  <a:gd name="T63" fmla="*/ 90 h 261"/>
                  <a:gd name="T64" fmla="*/ 111 w 226"/>
                  <a:gd name="T65" fmla="*/ 250 h 261"/>
                  <a:gd name="T66" fmla="*/ 48 w 226"/>
                  <a:gd name="T67" fmla="*/ 188 h 261"/>
                  <a:gd name="T68" fmla="*/ 111 w 226"/>
                  <a:gd name="T69" fmla="*/ 125 h 261"/>
                  <a:gd name="T70" fmla="*/ 173 w 226"/>
                  <a:gd name="T71" fmla="*/ 188 h 261"/>
                  <a:gd name="T72" fmla="*/ 111 w 226"/>
                  <a:gd name="T73" fmla="*/ 25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26" h="261">
                    <a:moveTo>
                      <a:pt x="120" y="115"/>
                    </a:moveTo>
                    <a:cubicBezTo>
                      <a:pt x="120" y="112"/>
                      <a:pt x="120" y="112"/>
                      <a:pt x="120" y="112"/>
                    </a:cubicBezTo>
                    <a:cubicBezTo>
                      <a:pt x="175" y="112"/>
                      <a:pt x="175" y="112"/>
                      <a:pt x="175" y="112"/>
                    </a:cubicBezTo>
                    <a:cubicBezTo>
                      <a:pt x="175" y="82"/>
                      <a:pt x="175" y="82"/>
                      <a:pt x="175" y="82"/>
                    </a:cubicBezTo>
                    <a:cubicBezTo>
                      <a:pt x="163" y="82"/>
                      <a:pt x="163" y="82"/>
                      <a:pt x="163" y="82"/>
                    </a:cubicBezTo>
                    <a:cubicBezTo>
                      <a:pt x="226" y="2"/>
                      <a:pt x="226" y="2"/>
                      <a:pt x="226" y="2"/>
                    </a:cubicBezTo>
                    <a:cubicBezTo>
                      <a:pt x="225" y="1"/>
                      <a:pt x="225" y="1"/>
                      <a:pt x="225" y="1"/>
                    </a:cubicBezTo>
                    <a:cubicBezTo>
                      <a:pt x="147" y="1"/>
                      <a:pt x="147" y="1"/>
                      <a:pt x="147" y="1"/>
                    </a:cubicBezTo>
                    <a:cubicBezTo>
                      <a:pt x="117" y="40"/>
                      <a:pt x="117" y="40"/>
                      <a:pt x="117" y="40"/>
                    </a:cubicBezTo>
                    <a:cubicBezTo>
                      <a:pt x="150" y="82"/>
                      <a:pt x="150" y="82"/>
                      <a:pt x="150" y="82"/>
                    </a:cubicBezTo>
                    <a:cubicBezTo>
                      <a:pt x="148" y="82"/>
                      <a:pt x="148" y="82"/>
                      <a:pt x="148" y="82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63" y="82"/>
                      <a:pt x="63" y="82"/>
                      <a:pt x="63" y="82"/>
                    </a:cubicBezTo>
                    <a:cubicBezTo>
                      <a:pt x="47" y="82"/>
                      <a:pt x="47" y="82"/>
                      <a:pt x="47" y="82"/>
                    </a:cubicBezTo>
                    <a:cubicBezTo>
                      <a:pt x="47" y="112"/>
                      <a:pt x="47" y="112"/>
                      <a:pt x="47" y="112"/>
                    </a:cubicBezTo>
                    <a:cubicBezTo>
                      <a:pt x="102" y="112"/>
                      <a:pt x="102" y="112"/>
                      <a:pt x="102" y="112"/>
                    </a:cubicBezTo>
                    <a:cubicBezTo>
                      <a:pt x="102" y="115"/>
                      <a:pt x="102" y="115"/>
                      <a:pt x="102" y="115"/>
                    </a:cubicBezTo>
                    <a:cubicBezTo>
                      <a:pt x="66" y="119"/>
                      <a:pt x="37" y="150"/>
                      <a:pt x="37" y="188"/>
                    </a:cubicBezTo>
                    <a:cubicBezTo>
                      <a:pt x="37" y="228"/>
                      <a:pt x="70" y="261"/>
                      <a:pt x="111" y="261"/>
                    </a:cubicBezTo>
                    <a:cubicBezTo>
                      <a:pt x="151" y="261"/>
                      <a:pt x="184" y="228"/>
                      <a:pt x="184" y="188"/>
                    </a:cubicBezTo>
                    <a:cubicBezTo>
                      <a:pt x="184" y="150"/>
                      <a:pt x="156" y="119"/>
                      <a:pt x="120" y="115"/>
                    </a:cubicBezTo>
                    <a:close/>
                    <a:moveTo>
                      <a:pt x="55" y="90"/>
                    </a:moveTo>
                    <a:cubicBezTo>
                      <a:pt x="70" y="90"/>
                      <a:pt x="70" y="90"/>
                      <a:pt x="70" y="90"/>
                    </a:cubicBezTo>
                    <a:cubicBezTo>
                      <a:pt x="74" y="95"/>
                      <a:pt x="74" y="95"/>
                      <a:pt x="74" y="95"/>
                    </a:cubicBezTo>
                    <a:cubicBezTo>
                      <a:pt x="158" y="95"/>
                      <a:pt x="158" y="95"/>
                      <a:pt x="158" y="95"/>
                    </a:cubicBezTo>
                    <a:cubicBezTo>
                      <a:pt x="154" y="90"/>
                      <a:pt x="154" y="90"/>
                      <a:pt x="154" y="90"/>
                    </a:cubicBezTo>
                    <a:cubicBezTo>
                      <a:pt x="167" y="90"/>
                      <a:pt x="167" y="90"/>
                      <a:pt x="167" y="90"/>
                    </a:cubicBezTo>
                    <a:cubicBezTo>
                      <a:pt x="167" y="104"/>
                      <a:pt x="167" y="104"/>
                      <a:pt x="167" y="104"/>
                    </a:cubicBezTo>
                    <a:cubicBezTo>
                      <a:pt x="55" y="104"/>
                      <a:pt x="55" y="104"/>
                      <a:pt x="55" y="104"/>
                    </a:cubicBezTo>
                    <a:lnTo>
                      <a:pt x="55" y="90"/>
                    </a:lnTo>
                    <a:close/>
                    <a:moveTo>
                      <a:pt x="111" y="250"/>
                    </a:moveTo>
                    <a:cubicBezTo>
                      <a:pt x="76" y="250"/>
                      <a:pt x="48" y="222"/>
                      <a:pt x="48" y="188"/>
                    </a:cubicBezTo>
                    <a:cubicBezTo>
                      <a:pt x="48" y="153"/>
                      <a:pt x="76" y="125"/>
                      <a:pt x="111" y="125"/>
                    </a:cubicBezTo>
                    <a:cubicBezTo>
                      <a:pt x="145" y="125"/>
                      <a:pt x="173" y="153"/>
                      <a:pt x="173" y="188"/>
                    </a:cubicBezTo>
                    <a:cubicBezTo>
                      <a:pt x="173" y="222"/>
                      <a:pt x="145" y="250"/>
                      <a:pt x="111" y="2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913765"/>
                <a:endParaRPr lang="zh-CN" altLang="en-US">
                  <a:solidFill>
                    <a:prstClr val="black"/>
                  </a:solidFill>
                  <a:latin typeface="Calibri"/>
                  <a:ea typeface="宋体" charset="-122"/>
                </a:endParaRPr>
              </a:p>
            </p:txBody>
          </p:sp>
        </p:grpSp>
      </p:grpSp>
      <p:grpSp>
        <p:nvGrpSpPr>
          <p:cNvPr id="164" name="组合 163"/>
          <p:cNvGrpSpPr/>
          <p:nvPr/>
        </p:nvGrpSpPr>
        <p:grpSpPr>
          <a:xfrm>
            <a:off x="3366483" y="2215685"/>
            <a:ext cx="1758948" cy="1756833"/>
            <a:chOff x="2524862" y="1661763"/>
            <a:chExt cx="1319211" cy="131762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8" name="Freeform 6"/>
            <p:cNvSpPr/>
            <p:nvPr/>
          </p:nvSpPr>
          <p:spPr bwMode="auto">
            <a:xfrm>
              <a:off x="2524862" y="1661763"/>
              <a:ext cx="1319211" cy="1317625"/>
            </a:xfrm>
            <a:custGeom>
              <a:avLst/>
              <a:gdLst>
                <a:gd name="T0" fmla="*/ 413 w 831"/>
                <a:gd name="T1" fmla="*/ 830 h 830"/>
                <a:gd name="T2" fmla="*/ 831 w 831"/>
                <a:gd name="T3" fmla="*/ 412 h 830"/>
                <a:gd name="T4" fmla="*/ 419 w 831"/>
                <a:gd name="T5" fmla="*/ 0 h 830"/>
                <a:gd name="T6" fmla="*/ 0 w 831"/>
                <a:gd name="T7" fmla="*/ 419 h 830"/>
                <a:gd name="T8" fmla="*/ 413 w 831"/>
                <a:gd name="T9" fmla="*/ 830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1" h="830">
                  <a:moveTo>
                    <a:pt x="413" y="830"/>
                  </a:moveTo>
                  <a:lnTo>
                    <a:pt x="831" y="412"/>
                  </a:lnTo>
                  <a:lnTo>
                    <a:pt x="419" y="0"/>
                  </a:lnTo>
                  <a:lnTo>
                    <a:pt x="0" y="419"/>
                  </a:lnTo>
                  <a:lnTo>
                    <a:pt x="413" y="830"/>
                  </a:lnTo>
                  <a:close/>
                </a:path>
              </a:pathLst>
            </a:custGeom>
            <a:solidFill>
              <a:srgbClr val="D4D3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  <a:latin typeface="Calibri"/>
                <a:ea typeface="宋体" charset="-122"/>
              </a:endParaRPr>
            </a:p>
          </p:txBody>
        </p:sp>
        <p:sp>
          <p:nvSpPr>
            <p:cNvPr id="157" name="Freeform 108"/>
            <p:cNvSpPr/>
            <p:nvPr/>
          </p:nvSpPr>
          <p:spPr bwMode="auto">
            <a:xfrm>
              <a:off x="2945238" y="2045135"/>
              <a:ext cx="478458" cy="582567"/>
            </a:xfrm>
            <a:custGeom>
              <a:avLst/>
              <a:gdLst>
                <a:gd name="T0" fmla="*/ 178 w 180"/>
                <a:gd name="T1" fmla="*/ 8 h 220"/>
                <a:gd name="T2" fmla="*/ 150 w 180"/>
                <a:gd name="T3" fmla="*/ 5 h 220"/>
                <a:gd name="T4" fmla="*/ 140 w 180"/>
                <a:gd name="T5" fmla="*/ 5 h 220"/>
                <a:gd name="T6" fmla="*/ 41 w 180"/>
                <a:gd name="T7" fmla="*/ 0 h 220"/>
                <a:gd name="T8" fmla="*/ 30 w 180"/>
                <a:gd name="T9" fmla="*/ 5 h 220"/>
                <a:gd name="T10" fmla="*/ 6 w 180"/>
                <a:gd name="T11" fmla="*/ 5 h 220"/>
                <a:gd name="T12" fmla="*/ 0 w 180"/>
                <a:gd name="T13" fmla="*/ 34 h 220"/>
                <a:gd name="T14" fmla="*/ 41 w 180"/>
                <a:gd name="T15" fmla="*/ 69 h 220"/>
                <a:gd name="T16" fmla="*/ 30 w 180"/>
                <a:gd name="T17" fmla="*/ 67 h 220"/>
                <a:gd name="T18" fmla="*/ 36 w 180"/>
                <a:gd name="T19" fmla="*/ 79 h 220"/>
                <a:gd name="T20" fmla="*/ 41 w 180"/>
                <a:gd name="T21" fmla="*/ 78 h 220"/>
                <a:gd name="T22" fmla="*/ 35 w 180"/>
                <a:gd name="T23" fmla="*/ 106 h 220"/>
                <a:gd name="T24" fmla="*/ 73 w 180"/>
                <a:gd name="T25" fmla="*/ 123 h 220"/>
                <a:gd name="T26" fmla="*/ 84 w 180"/>
                <a:gd name="T27" fmla="*/ 136 h 220"/>
                <a:gd name="T28" fmla="*/ 69 w 180"/>
                <a:gd name="T29" fmla="*/ 185 h 220"/>
                <a:gd name="T30" fmla="*/ 62 w 180"/>
                <a:gd name="T31" fmla="*/ 197 h 220"/>
                <a:gd name="T32" fmla="*/ 44 w 180"/>
                <a:gd name="T33" fmla="*/ 209 h 220"/>
                <a:gd name="T34" fmla="*/ 136 w 180"/>
                <a:gd name="T35" fmla="*/ 220 h 220"/>
                <a:gd name="T36" fmla="*/ 119 w 180"/>
                <a:gd name="T37" fmla="*/ 202 h 220"/>
                <a:gd name="T38" fmla="*/ 112 w 180"/>
                <a:gd name="T39" fmla="*/ 197 h 220"/>
                <a:gd name="T40" fmla="*/ 103 w 180"/>
                <a:gd name="T41" fmla="*/ 185 h 220"/>
                <a:gd name="T42" fmla="*/ 108 w 180"/>
                <a:gd name="T43" fmla="*/ 125 h 220"/>
                <a:gd name="T44" fmla="*/ 100 w 180"/>
                <a:gd name="T45" fmla="*/ 123 h 220"/>
                <a:gd name="T46" fmla="*/ 139 w 180"/>
                <a:gd name="T47" fmla="*/ 78 h 220"/>
                <a:gd name="T48" fmla="*/ 142 w 180"/>
                <a:gd name="T49" fmla="*/ 79 h 220"/>
                <a:gd name="T50" fmla="*/ 155 w 180"/>
                <a:gd name="T51" fmla="*/ 72 h 220"/>
                <a:gd name="T52" fmla="*/ 143 w 180"/>
                <a:gd name="T53" fmla="*/ 72 h 220"/>
                <a:gd name="T54" fmla="*/ 179 w 180"/>
                <a:gd name="T55" fmla="*/ 36 h 220"/>
                <a:gd name="T56" fmla="*/ 7 w 180"/>
                <a:gd name="T57" fmla="*/ 33 h 220"/>
                <a:gd name="T58" fmla="*/ 30 w 180"/>
                <a:gd name="T59" fmla="*/ 12 h 220"/>
                <a:gd name="T60" fmla="*/ 41 w 180"/>
                <a:gd name="T61" fmla="*/ 12 h 220"/>
                <a:gd name="T62" fmla="*/ 46 w 180"/>
                <a:gd name="T63" fmla="*/ 15 h 220"/>
                <a:gd name="T64" fmla="*/ 7 w 180"/>
                <a:gd name="T65" fmla="*/ 33 h 220"/>
                <a:gd name="T66" fmla="*/ 53 w 180"/>
                <a:gd name="T67" fmla="*/ 14 h 220"/>
                <a:gd name="T68" fmla="*/ 48 w 180"/>
                <a:gd name="T69" fmla="*/ 2 h 220"/>
                <a:gd name="T70" fmla="*/ 65 w 180"/>
                <a:gd name="T71" fmla="*/ 14 h 220"/>
                <a:gd name="T72" fmla="*/ 61 w 180"/>
                <a:gd name="T73" fmla="*/ 92 h 220"/>
                <a:gd name="T74" fmla="*/ 43 w 180"/>
                <a:gd name="T75" fmla="*/ 92 h 220"/>
                <a:gd name="T76" fmla="*/ 134 w 180"/>
                <a:gd name="T77" fmla="*/ 15 h 220"/>
                <a:gd name="T78" fmla="*/ 140 w 180"/>
                <a:gd name="T79" fmla="*/ 12 h 220"/>
                <a:gd name="T80" fmla="*/ 150 w 180"/>
                <a:gd name="T81" fmla="*/ 12 h 220"/>
                <a:gd name="T82" fmla="*/ 173 w 180"/>
                <a:gd name="T83" fmla="*/ 33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80" h="220">
                  <a:moveTo>
                    <a:pt x="180" y="34"/>
                  </a:moveTo>
                  <a:cubicBezTo>
                    <a:pt x="178" y="8"/>
                    <a:pt x="178" y="8"/>
                    <a:pt x="178" y="8"/>
                  </a:cubicBezTo>
                  <a:cubicBezTo>
                    <a:pt x="178" y="6"/>
                    <a:pt x="177" y="5"/>
                    <a:pt x="175" y="5"/>
                  </a:cubicBezTo>
                  <a:cubicBezTo>
                    <a:pt x="150" y="5"/>
                    <a:pt x="150" y="5"/>
                    <a:pt x="150" y="5"/>
                  </a:cubicBezTo>
                  <a:cubicBezTo>
                    <a:pt x="150" y="5"/>
                    <a:pt x="150" y="5"/>
                    <a:pt x="150" y="5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4" y="5"/>
                    <a:pt x="2" y="6"/>
                    <a:pt x="2" y="8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5"/>
                    <a:pt x="1" y="36"/>
                    <a:pt x="1" y="36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30" y="67"/>
                    <a:pt x="30" y="67"/>
                    <a:pt x="30" y="67"/>
                  </a:cubicBezTo>
                  <a:cubicBezTo>
                    <a:pt x="26" y="72"/>
                    <a:pt x="26" y="72"/>
                    <a:pt x="26" y="72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7" y="79"/>
                    <a:pt x="38" y="79"/>
                    <a:pt x="38" y="79"/>
                  </a:cubicBezTo>
                  <a:cubicBezTo>
                    <a:pt x="39" y="79"/>
                    <a:pt x="40" y="79"/>
                    <a:pt x="41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0" y="87"/>
                    <a:pt x="38" y="96"/>
                    <a:pt x="35" y="106"/>
                  </a:cubicBezTo>
                  <a:cubicBezTo>
                    <a:pt x="50" y="115"/>
                    <a:pt x="66" y="121"/>
                    <a:pt x="81" y="123"/>
                  </a:cubicBezTo>
                  <a:cubicBezTo>
                    <a:pt x="73" y="123"/>
                    <a:pt x="73" y="123"/>
                    <a:pt x="73" y="123"/>
                  </a:cubicBezTo>
                  <a:cubicBezTo>
                    <a:pt x="73" y="124"/>
                    <a:pt x="73" y="124"/>
                    <a:pt x="73" y="125"/>
                  </a:cubicBezTo>
                  <a:cubicBezTo>
                    <a:pt x="73" y="130"/>
                    <a:pt x="78" y="135"/>
                    <a:pt x="84" y="136"/>
                  </a:cubicBezTo>
                  <a:cubicBezTo>
                    <a:pt x="83" y="153"/>
                    <a:pt x="80" y="169"/>
                    <a:pt x="78" y="185"/>
                  </a:cubicBezTo>
                  <a:cubicBezTo>
                    <a:pt x="69" y="185"/>
                    <a:pt x="69" y="185"/>
                    <a:pt x="69" y="185"/>
                  </a:cubicBezTo>
                  <a:cubicBezTo>
                    <a:pt x="69" y="197"/>
                    <a:pt x="69" y="197"/>
                    <a:pt x="69" y="197"/>
                  </a:cubicBezTo>
                  <a:cubicBezTo>
                    <a:pt x="62" y="197"/>
                    <a:pt x="62" y="197"/>
                    <a:pt x="62" y="197"/>
                  </a:cubicBezTo>
                  <a:cubicBezTo>
                    <a:pt x="62" y="202"/>
                    <a:pt x="62" y="202"/>
                    <a:pt x="62" y="202"/>
                  </a:cubicBezTo>
                  <a:cubicBezTo>
                    <a:pt x="56" y="204"/>
                    <a:pt x="50" y="206"/>
                    <a:pt x="44" y="209"/>
                  </a:cubicBezTo>
                  <a:cubicBezTo>
                    <a:pt x="44" y="212"/>
                    <a:pt x="44" y="216"/>
                    <a:pt x="44" y="220"/>
                  </a:cubicBezTo>
                  <a:cubicBezTo>
                    <a:pt x="75" y="220"/>
                    <a:pt x="106" y="220"/>
                    <a:pt x="136" y="220"/>
                  </a:cubicBezTo>
                  <a:cubicBezTo>
                    <a:pt x="136" y="216"/>
                    <a:pt x="136" y="212"/>
                    <a:pt x="136" y="209"/>
                  </a:cubicBezTo>
                  <a:cubicBezTo>
                    <a:pt x="131" y="206"/>
                    <a:pt x="125" y="204"/>
                    <a:pt x="119" y="202"/>
                  </a:cubicBezTo>
                  <a:cubicBezTo>
                    <a:pt x="119" y="197"/>
                    <a:pt x="119" y="197"/>
                    <a:pt x="119" y="197"/>
                  </a:cubicBezTo>
                  <a:cubicBezTo>
                    <a:pt x="112" y="197"/>
                    <a:pt x="112" y="197"/>
                    <a:pt x="112" y="197"/>
                  </a:cubicBezTo>
                  <a:cubicBezTo>
                    <a:pt x="112" y="185"/>
                    <a:pt x="112" y="185"/>
                    <a:pt x="112" y="185"/>
                  </a:cubicBezTo>
                  <a:cubicBezTo>
                    <a:pt x="103" y="185"/>
                    <a:pt x="103" y="185"/>
                    <a:pt x="103" y="185"/>
                  </a:cubicBezTo>
                  <a:cubicBezTo>
                    <a:pt x="101" y="169"/>
                    <a:pt x="98" y="153"/>
                    <a:pt x="96" y="136"/>
                  </a:cubicBezTo>
                  <a:cubicBezTo>
                    <a:pt x="103" y="135"/>
                    <a:pt x="108" y="130"/>
                    <a:pt x="108" y="125"/>
                  </a:cubicBezTo>
                  <a:cubicBezTo>
                    <a:pt x="108" y="124"/>
                    <a:pt x="108" y="124"/>
                    <a:pt x="108" y="123"/>
                  </a:cubicBezTo>
                  <a:cubicBezTo>
                    <a:pt x="100" y="123"/>
                    <a:pt x="100" y="123"/>
                    <a:pt x="100" y="123"/>
                  </a:cubicBezTo>
                  <a:cubicBezTo>
                    <a:pt x="115" y="121"/>
                    <a:pt x="130" y="115"/>
                    <a:pt x="145" y="106"/>
                  </a:cubicBezTo>
                  <a:cubicBezTo>
                    <a:pt x="143" y="96"/>
                    <a:pt x="141" y="87"/>
                    <a:pt x="139" y="78"/>
                  </a:cubicBezTo>
                  <a:cubicBezTo>
                    <a:pt x="140" y="78"/>
                    <a:pt x="140" y="78"/>
                    <a:pt x="140" y="78"/>
                  </a:cubicBezTo>
                  <a:cubicBezTo>
                    <a:pt x="140" y="79"/>
                    <a:pt x="141" y="79"/>
                    <a:pt x="142" y="79"/>
                  </a:cubicBezTo>
                  <a:cubicBezTo>
                    <a:pt x="143" y="79"/>
                    <a:pt x="144" y="79"/>
                    <a:pt x="144" y="79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43" y="72"/>
                    <a:pt x="143" y="72"/>
                    <a:pt x="143" y="72"/>
                  </a:cubicBezTo>
                  <a:cubicBezTo>
                    <a:pt x="140" y="69"/>
                    <a:pt x="140" y="69"/>
                    <a:pt x="140" y="69"/>
                  </a:cubicBezTo>
                  <a:cubicBezTo>
                    <a:pt x="179" y="36"/>
                    <a:pt x="179" y="36"/>
                    <a:pt x="179" y="36"/>
                  </a:cubicBezTo>
                  <a:cubicBezTo>
                    <a:pt x="180" y="36"/>
                    <a:pt x="180" y="35"/>
                    <a:pt x="180" y="34"/>
                  </a:cubicBezTo>
                  <a:close/>
                  <a:moveTo>
                    <a:pt x="7" y="33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7" y="30"/>
                    <a:pt x="46" y="46"/>
                    <a:pt x="44" y="62"/>
                  </a:cubicBezTo>
                  <a:lnTo>
                    <a:pt x="7" y="33"/>
                  </a:lnTo>
                  <a:close/>
                  <a:moveTo>
                    <a:pt x="43" y="92"/>
                  </a:moveTo>
                  <a:cubicBezTo>
                    <a:pt x="50" y="66"/>
                    <a:pt x="53" y="40"/>
                    <a:pt x="53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65" y="2"/>
                    <a:pt x="65" y="2"/>
                    <a:pt x="65" y="2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1" y="40"/>
                    <a:pt x="67" y="66"/>
                    <a:pt x="61" y="92"/>
                  </a:cubicBezTo>
                  <a:cubicBezTo>
                    <a:pt x="73" y="100"/>
                    <a:pt x="86" y="105"/>
                    <a:pt x="99" y="107"/>
                  </a:cubicBezTo>
                  <a:cubicBezTo>
                    <a:pt x="80" y="109"/>
                    <a:pt x="62" y="104"/>
                    <a:pt x="43" y="92"/>
                  </a:cubicBezTo>
                  <a:close/>
                  <a:moveTo>
                    <a:pt x="137" y="62"/>
                  </a:moveTo>
                  <a:cubicBezTo>
                    <a:pt x="135" y="46"/>
                    <a:pt x="134" y="30"/>
                    <a:pt x="134" y="15"/>
                  </a:cubicBezTo>
                  <a:cubicBezTo>
                    <a:pt x="140" y="15"/>
                    <a:pt x="140" y="15"/>
                    <a:pt x="140" y="15"/>
                  </a:cubicBezTo>
                  <a:cubicBezTo>
                    <a:pt x="140" y="12"/>
                    <a:pt x="140" y="12"/>
                    <a:pt x="140" y="12"/>
                  </a:cubicBezTo>
                  <a:cubicBezTo>
                    <a:pt x="150" y="12"/>
                    <a:pt x="150" y="12"/>
                    <a:pt x="150" y="12"/>
                  </a:cubicBezTo>
                  <a:cubicBezTo>
                    <a:pt x="150" y="12"/>
                    <a:pt x="150" y="12"/>
                    <a:pt x="150" y="12"/>
                  </a:cubicBezTo>
                  <a:cubicBezTo>
                    <a:pt x="171" y="11"/>
                    <a:pt x="171" y="11"/>
                    <a:pt x="171" y="11"/>
                  </a:cubicBezTo>
                  <a:cubicBezTo>
                    <a:pt x="173" y="33"/>
                    <a:pt x="173" y="33"/>
                    <a:pt x="173" y="33"/>
                  </a:cubicBezTo>
                  <a:lnTo>
                    <a:pt x="137" y="62"/>
                  </a:lnTo>
                  <a:close/>
                </a:path>
              </a:pathLst>
            </a:custGeom>
            <a:solidFill>
              <a:srgbClr val="00345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  <a:latin typeface="Calibri"/>
                <a:ea typeface="宋体" charset="-122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8032960" y="1230313"/>
            <a:ext cx="1761065" cy="1761067"/>
            <a:chOff x="6024719" y="922735"/>
            <a:chExt cx="1320799" cy="1320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Freeform 7"/>
            <p:cNvSpPr/>
            <p:nvPr/>
          </p:nvSpPr>
          <p:spPr bwMode="auto">
            <a:xfrm>
              <a:off x="6024719" y="922735"/>
              <a:ext cx="1320799" cy="1320800"/>
            </a:xfrm>
            <a:custGeom>
              <a:avLst/>
              <a:gdLst>
                <a:gd name="T0" fmla="*/ 413 w 832"/>
                <a:gd name="T1" fmla="*/ 832 h 832"/>
                <a:gd name="T2" fmla="*/ 832 w 832"/>
                <a:gd name="T3" fmla="*/ 411 h 832"/>
                <a:gd name="T4" fmla="*/ 417 w 832"/>
                <a:gd name="T5" fmla="*/ 0 h 832"/>
                <a:gd name="T6" fmla="*/ 0 w 832"/>
                <a:gd name="T7" fmla="*/ 421 h 832"/>
                <a:gd name="T8" fmla="*/ 413 w 832"/>
                <a:gd name="T9" fmla="*/ 832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2" h="832">
                  <a:moveTo>
                    <a:pt x="413" y="832"/>
                  </a:moveTo>
                  <a:lnTo>
                    <a:pt x="832" y="411"/>
                  </a:lnTo>
                  <a:lnTo>
                    <a:pt x="417" y="0"/>
                  </a:lnTo>
                  <a:lnTo>
                    <a:pt x="0" y="421"/>
                  </a:lnTo>
                  <a:lnTo>
                    <a:pt x="413" y="832"/>
                  </a:lnTo>
                  <a:close/>
                </a:path>
              </a:pathLst>
            </a:custGeom>
            <a:solidFill>
              <a:srgbClr val="B3B2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  <a:latin typeface="Calibri"/>
                <a:ea typeface="宋体" charset="-122"/>
              </a:endParaRPr>
            </a:p>
          </p:txBody>
        </p:sp>
        <p:sp>
          <p:nvSpPr>
            <p:cNvPr id="161" name="Freeform 112"/>
            <p:cNvSpPr/>
            <p:nvPr/>
          </p:nvSpPr>
          <p:spPr bwMode="auto">
            <a:xfrm>
              <a:off x="6385840" y="1334022"/>
              <a:ext cx="595811" cy="410972"/>
            </a:xfrm>
            <a:custGeom>
              <a:avLst/>
              <a:gdLst>
                <a:gd name="T0" fmla="*/ 37 w 253"/>
                <a:gd name="T1" fmla="*/ 0 h 174"/>
                <a:gd name="T2" fmla="*/ 0 w 253"/>
                <a:gd name="T3" fmla="*/ 171 h 174"/>
                <a:gd name="T4" fmla="*/ 214 w 253"/>
                <a:gd name="T5" fmla="*/ 128 h 174"/>
                <a:gd name="T6" fmla="*/ 216 w 253"/>
                <a:gd name="T7" fmla="*/ 126 h 174"/>
                <a:gd name="T8" fmla="*/ 182 w 253"/>
                <a:gd name="T9" fmla="*/ 134 h 174"/>
                <a:gd name="T10" fmla="*/ 189 w 253"/>
                <a:gd name="T11" fmla="*/ 123 h 174"/>
                <a:gd name="T12" fmla="*/ 199 w 253"/>
                <a:gd name="T13" fmla="*/ 122 h 174"/>
                <a:gd name="T14" fmla="*/ 196 w 253"/>
                <a:gd name="T15" fmla="*/ 129 h 174"/>
                <a:gd name="T16" fmla="*/ 194 w 253"/>
                <a:gd name="T17" fmla="*/ 130 h 174"/>
                <a:gd name="T18" fmla="*/ 37 w 253"/>
                <a:gd name="T19" fmla="*/ 111 h 174"/>
                <a:gd name="T20" fmla="*/ 169 w 253"/>
                <a:gd name="T21" fmla="*/ 122 h 174"/>
                <a:gd name="T22" fmla="*/ 153 w 253"/>
                <a:gd name="T23" fmla="*/ 141 h 174"/>
                <a:gd name="T24" fmla="*/ 141 w 253"/>
                <a:gd name="T25" fmla="*/ 123 h 174"/>
                <a:gd name="T26" fmla="*/ 141 w 253"/>
                <a:gd name="T27" fmla="*/ 126 h 174"/>
                <a:gd name="T28" fmla="*/ 142 w 253"/>
                <a:gd name="T29" fmla="*/ 148 h 174"/>
                <a:gd name="T30" fmla="*/ 164 w 253"/>
                <a:gd name="T31" fmla="*/ 126 h 174"/>
                <a:gd name="T32" fmla="*/ 139 w 253"/>
                <a:gd name="T33" fmla="*/ 145 h 174"/>
                <a:gd name="T34" fmla="*/ 128 w 253"/>
                <a:gd name="T35" fmla="*/ 126 h 174"/>
                <a:gd name="T36" fmla="*/ 130 w 253"/>
                <a:gd name="T37" fmla="*/ 128 h 174"/>
                <a:gd name="T38" fmla="*/ 59 w 253"/>
                <a:gd name="T39" fmla="*/ 129 h 174"/>
                <a:gd name="T40" fmla="*/ 47 w 253"/>
                <a:gd name="T41" fmla="*/ 142 h 174"/>
                <a:gd name="T42" fmla="*/ 41 w 253"/>
                <a:gd name="T43" fmla="*/ 128 h 174"/>
                <a:gd name="T44" fmla="*/ 47 w 253"/>
                <a:gd name="T45" fmla="*/ 128 h 174"/>
                <a:gd name="T46" fmla="*/ 60 w 253"/>
                <a:gd name="T47" fmla="*/ 128 h 174"/>
                <a:gd name="T48" fmla="*/ 70 w 253"/>
                <a:gd name="T49" fmla="*/ 141 h 174"/>
                <a:gd name="T50" fmla="*/ 62 w 253"/>
                <a:gd name="T51" fmla="*/ 134 h 174"/>
                <a:gd name="T52" fmla="*/ 65 w 253"/>
                <a:gd name="T53" fmla="*/ 126 h 174"/>
                <a:gd name="T54" fmla="*/ 66 w 253"/>
                <a:gd name="T55" fmla="*/ 128 h 174"/>
                <a:gd name="T56" fmla="*/ 81 w 253"/>
                <a:gd name="T57" fmla="*/ 142 h 174"/>
                <a:gd name="T58" fmla="*/ 76 w 253"/>
                <a:gd name="T59" fmla="*/ 130 h 174"/>
                <a:gd name="T60" fmla="*/ 78 w 253"/>
                <a:gd name="T61" fmla="*/ 123 h 174"/>
                <a:gd name="T62" fmla="*/ 77 w 253"/>
                <a:gd name="T63" fmla="*/ 126 h 174"/>
                <a:gd name="T64" fmla="*/ 88 w 253"/>
                <a:gd name="T65" fmla="*/ 142 h 174"/>
                <a:gd name="T66" fmla="*/ 92 w 253"/>
                <a:gd name="T67" fmla="*/ 129 h 174"/>
                <a:gd name="T68" fmla="*/ 90 w 253"/>
                <a:gd name="T69" fmla="*/ 126 h 174"/>
                <a:gd name="T70" fmla="*/ 101 w 253"/>
                <a:gd name="T71" fmla="*/ 138 h 174"/>
                <a:gd name="T72" fmla="*/ 100 w 253"/>
                <a:gd name="T73" fmla="*/ 141 h 174"/>
                <a:gd name="T74" fmla="*/ 110 w 253"/>
                <a:gd name="T75" fmla="*/ 129 h 174"/>
                <a:gd name="T76" fmla="*/ 103 w 253"/>
                <a:gd name="T77" fmla="*/ 123 h 174"/>
                <a:gd name="T78" fmla="*/ 116 w 253"/>
                <a:gd name="T79" fmla="*/ 144 h 174"/>
                <a:gd name="T80" fmla="*/ 113 w 253"/>
                <a:gd name="T81" fmla="*/ 145 h 174"/>
                <a:gd name="T82" fmla="*/ 125 w 253"/>
                <a:gd name="T83" fmla="*/ 138 h 174"/>
                <a:gd name="T84" fmla="*/ 117 w 253"/>
                <a:gd name="T85" fmla="*/ 129 h 174"/>
                <a:gd name="T86" fmla="*/ 115 w 253"/>
                <a:gd name="T87" fmla="*/ 126 h 174"/>
                <a:gd name="T88" fmla="*/ 35 w 253"/>
                <a:gd name="T89" fmla="*/ 134 h 174"/>
                <a:gd name="T90" fmla="*/ 37 w 253"/>
                <a:gd name="T91" fmla="*/ 135 h 174"/>
                <a:gd name="T92" fmla="*/ 43 w 253"/>
                <a:gd name="T93" fmla="*/ 141 h 174"/>
                <a:gd name="T94" fmla="*/ 29 w 253"/>
                <a:gd name="T95" fmla="*/ 150 h 174"/>
                <a:gd name="T96" fmla="*/ 43 w 253"/>
                <a:gd name="T97" fmla="*/ 145 h 174"/>
                <a:gd name="T98" fmla="*/ 42 w 253"/>
                <a:gd name="T99" fmla="*/ 148 h 174"/>
                <a:gd name="T100" fmla="*/ 159 w 253"/>
                <a:gd name="T101" fmla="*/ 150 h 174"/>
                <a:gd name="T102" fmla="*/ 166 w 253"/>
                <a:gd name="T103" fmla="*/ 150 h 174"/>
                <a:gd name="T104" fmla="*/ 177 w 253"/>
                <a:gd name="T105" fmla="*/ 135 h 174"/>
                <a:gd name="T106" fmla="*/ 180 w 253"/>
                <a:gd name="T107" fmla="*/ 138 h 174"/>
                <a:gd name="T108" fmla="*/ 171 w 253"/>
                <a:gd name="T109" fmla="*/ 148 h 174"/>
                <a:gd name="T110" fmla="*/ 184 w 253"/>
                <a:gd name="T111" fmla="*/ 141 h 174"/>
                <a:gd name="T112" fmla="*/ 186 w 253"/>
                <a:gd name="T113" fmla="*/ 142 h 174"/>
                <a:gd name="T114" fmla="*/ 193 w 253"/>
                <a:gd name="T115" fmla="*/ 144 h 174"/>
                <a:gd name="T116" fmla="*/ 205 w 253"/>
                <a:gd name="T117" fmla="*/ 137 h 174"/>
                <a:gd name="T118" fmla="*/ 203 w 253"/>
                <a:gd name="T119" fmla="*/ 150 h 174"/>
                <a:gd name="T120" fmla="*/ 210 w 253"/>
                <a:gd name="T121" fmla="*/ 150 h 174"/>
                <a:gd name="T122" fmla="*/ 221 w 253"/>
                <a:gd name="T123" fmla="*/ 142 h 174"/>
                <a:gd name="T124" fmla="*/ 215 w 253"/>
                <a:gd name="T125" fmla="*/ 14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3" h="174">
                  <a:moveTo>
                    <a:pt x="252" y="165"/>
                  </a:moveTo>
                  <a:cubicBezTo>
                    <a:pt x="235" y="139"/>
                    <a:pt x="235" y="139"/>
                    <a:pt x="235" y="139"/>
                  </a:cubicBezTo>
                  <a:cubicBezTo>
                    <a:pt x="221" y="117"/>
                    <a:pt x="221" y="117"/>
                    <a:pt x="221" y="117"/>
                  </a:cubicBezTo>
                  <a:cubicBezTo>
                    <a:pt x="222" y="116"/>
                    <a:pt x="223" y="114"/>
                    <a:pt x="223" y="112"/>
                  </a:cubicBezTo>
                  <a:cubicBezTo>
                    <a:pt x="223" y="7"/>
                    <a:pt x="223" y="7"/>
                    <a:pt x="223" y="7"/>
                  </a:cubicBezTo>
                  <a:cubicBezTo>
                    <a:pt x="223" y="3"/>
                    <a:pt x="219" y="0"/>
                    <a:pt x="215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3" y="0"/>
                    <a:pt x="30" y="3"/>
                    <a:pt x="30" y="7"/>
                  </a:cubicBezTo>
                  <a:cubicBezTo>
                    <a:pt x="30" y="112"/>
                    <a:pt x="30" y="112"/>
                    <a:pt x="30" y="112"/>
                  </a:cubicBezTo>
                  <a:cubicBezTo>
                    <a:pt x="30" y="114"/>
                    <a:pt x="30" y="115"/>
                    <a:pt x="31" y="117"/>
                  </a:cubicBezTo>
                  <a:cubicBezTo>
                    <a:pt x="17" y="139"/>
                    <a:pt x="17" y="139"/>
                    <a:pt x="17" y="139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0" y="166"/>
                    <a:pt x="0" y="167"/>
                    <a:pt x="0" y="167"/>
                  </a:cubicBezTo>
                  <a:cubicBezTo>
                    <a:pt x="0" y="171"/>
                    <a:pt x="0" y="171"/>
                    <a:pt x="0" y="171"/>
                  </a:cubicBezTo>
                  <a:cubicBezTo>
                    <a:pt x="0" y="173"/>
                    <a:pt x="1" y="174"/>
                    <a:pt x="3" y="174"/>
                  </a:cubicBezTo>
                  <a:cubicBezTo>
                    <a:pt x="249" y="174"/>
                    <a:pt x="249" y="174"/>
                    <a:pt x="249" y="174"/>
                  </a:cubicBezTo>
                  <a:cubicBezTo>
                    <a:pt x="251" y="174"/>
                    <a:pt x="253" y="173"/>
                    <a:pt x="253" y="171"/>
                  </a:cubicBezTo>
                  <a:cubicBezTo>
                    <a:pt x="253" y="167"/>
                    <a:pt x="253" y="167"/>
                    <a:pt x="253" y="167"/>
                  </a:cubicBezTo>
                  <a:cubicBezTo>
                    <a:pt x="253" y="166"/>
                    <a:pt x="252" y="165"/>
                    <a:pt x="252" y="165"/>
                  </a:cubicBezTo>
                  <a:close/>
                  <a:moveTo>
                    <a:pt x="216" y="126"/>
                  </a:moveTo>
                  <a:cubicBezTo>
                    <a:pt x="216" y="127"/>
                    <a:pt x="215" y="128"/>
                    <a:pt x="214" y="128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7" y="128"/>
                    <a:pt x="206" y="127"/>
                    <a:pt x="205" y="126"/>
                  </a:cubicBezTo>
                  <a:cubicBezTo>
                    <a:pt x="204" y="123"/>
                    <a:pt x="204" y="123"/>
                    <a:pt x="204" y="123"/>
                  </a:cubicBezTo>
                  <a:cubicBezTo>
                    <a:pt x="204" y="123"/>
                    <a:pt x="205" y="122"/>
                    <a:pt x="206" y="122"/>
                  </a:cubicBezTo>
                  <a:cubicBezTo>
                    <a:pt x="212" y="122"/>
                    <a:pt x="212" y="122"/>
                    <a:pt x="212" y="122"/>
                  </a:cubicBezTo>
                  <a:cubicBezTo>
                    <a:pt x="213" y="122"/>
                    <a:pt x="214" y="123"/>
                    <a:pt x="214" y="123"/>
                  </a:cubicBezTo>
                  <a:lnTo>
                    <a:pt x="216" y="126"/>
                  </a:lnTo>
                  <a:close/>
                  <a:moveTo>
                    <a:pt x="183" y="129"/>
                  </a:moveTo>
                  <a:cubicBezTo>
                    <a:pt x="189" y="129"/>
                    <a:pt x="189" y="129"/>
                    <a:pt x="189" y="129"/>
                  </a:cubicBezTo>
                  <a:cubicBezTo>
                    <a:pt x="190" y="129"/>
                    <a:pt x="191" y="130"/>
                    <a:pt x="192" y="130"/>
                  </a:cubicBezTo>
                  <a:cubicBezTo>
                    <a:pt x="193" y="134"/>
                    <a:pt x="193" y="134"/>
                    <a:pt x="193" y="134"/>
                  </a:cubicBezTo>
                  <a:cubicBezTo>
                    <a:pt x="193" y="134"/>
                    <a:pt x="192" y="135"/>
                    <a:pt x="191" y="135"/>
                  </a:cubicBezTo>
                  <a:cubicBezTo>
                    <a:pt x="185" y="135"/>
                    <a:pt x="185" y="135"/>
                    <a:pt x="185" y="135"/>
                  </a:cubicBezTo>
                  <a:cubicBezTo>
                    <a:pt x="183" y="135"/>
                    <a:pt x="182" y="134"/>
                    <a:pt x="182" y="134"/>
                  </a:cubicBezTo>
                  <a:cubicBezTo>
                    <a:pt x="181" y="130"/>
                    <a:pt x="181" y="130"/>
                    <a:pt x="181" y="130"/>
                  </a:cubicBezTo>
                  <a:cubicBezTo>
                    <a:pt x="181" y="130"/>
                    <a:pt x="182" y="129"/>
                    <a:pt x="183" y="129"/>
                  </a:cubicBezTo>
                  <a:close/>
                  <a:moveTo>
                    <a:pt x="180" y="126"/>
                  </a:moveTo>
                  <a:cubicBezTo>
                    <a:pt x="179" y="123"/>
                    <a:pt x="179" y="123"/>
                    <a:pt x="179" y="123"/>
                  </a:cubicBezTo>
                  <a:cubicBezTo>
                    <a:pt x="179" y="123"/>
                    <a:pt x="180" y="122"/>
                    <a:pt x="181" y="122"/>
                  </a:cubicBezTo>
                  <a:cubicBezTo>
                    <a:pt x="187" y="122"/>
                    <a:pt x="187" y="122"/>
                    <a:pt x="187" y="122"/>
                  </a:cubicBezTo>
                  <a:cubicBezTo>
                    <a:pt x="188" y="122"/>
                    <a:pt x="189" y="123"/>
                    <a:pt x="189" y="123"/>
                  </a:cubicBezTo>
                  <a:cubicBezTo>
                    <a:pt x="190" y="126"/>
                    <a:pt x="190" y="126"/>
                    <a:pt x="190" y="126"/>
                  </a:cubicBezTo>
                  <a:cubicBezTo>
                    <a:pt x="191" y="127"/>
                    <a:pt x="190" y="128"/>
                    <a:pt x="189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1" y="128"/>
                    <a:pt x="180" y="127"/>
                    <a:pt x="180" y="126"/>
                  </a:cubicBezTo>
                  <a:close/>
                  <a:moveTo>
                    <a:pt x="192" y="123"/>
                  </a:moveTo>
                  <a:cubicBezTo>
                    <a:pt x="191" y="123"/>
                    <a:pt x="192" y="122"/>
                    <a:pt x="193" y="122"/>
                  </a:cubicBezTo>
                  <a:cubicBezTo>
                    <a:pt x="199" y="122"/>
                    <a:pt x="199" y="122"/>
                    <a:pt x="199" y="122"/>
                  </a:cubicBezTo>
                  <a:cubicBezTo>
                    <a:pt x="200" y="122"/>
                    <a:pt x="201" y="123"/>
                    <a:pt x="202" y="123"/>
                  </a:cubicBezTo>
                  <a:cubicBezTo>
                    <a:pt x="203" y="126"/>
                    <a:pt x="203" y="126"/>
                    <a:pt x="203" y="126"/>
                  </a:cubicBezTo>
                  <a:cubicBezTo>
                    <a:pt x="203" y="127"/>
                    <a:pt x="203" y="128"/>
                    <a:pt x="201" y="128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4" y="128"/>
                    <a:pt x="193" y="127"/>
                    <a:pt x="193" y="126"/>
                  </a:cubicBezTo>
                  <a:lnTo>
                    <a:pt x="192" y="123"/>
                  </a:lnTo>
                  <a:close/>
                  <a:moveTo>
                    <a:pt x="196" y="129"/>
                  </a:moveTo>
                  <a:cubicBezTo>
                    <a:pt x="202" y="129"/>
                    <a:pt x="202" y="129"/>
                    <a:pt x="202" y="129"/>
                  </a:cubicBezTo>
                  <a:cubicBezTo>
                    <a:pt x="203" y="129"/>
                    <a:pt x="204" y="130"/>
                    <a:pt x="205" y="130"/>
                  </a:cubicBezTo>
                  <a:cubicBezTo>
                    <a:pt x="206" y="134"/>
                    <a:pt x="206" y="134"/>
                    <a:pt x="206" y="134"/>
                  </a:cubicBezTo>
                  <a:cubicBezTo>
                    <a:pt x="206" y="134"/>
                    <a:pt x="205" y="135"/>
                    <a:pt x="204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7" y="135"/>
                    <a:pt x="195" y="134"/>
                    <a:pt x="195" y="134"/>
                  </a:cubicBezTo>
                  <a:cubicBezTo>
                    <a:pt x="194" y="130"/>
                    <a:pt x="194" y="130"/>
                    <a:pt x="194" y="130"/>
                  </a:cubicBezTo>
                  <a:cubicBezTo>
                    <a:pt x="194" y="130"/>
                    <a:pt x="195" y="129"/>
                    <a:pt x="196" y="129"/>
                  </a:cubicBezTo>
                  <a:close/>
                  <a:moveTo>
                    <a:pt x="37" y="110"/>
                  </a:moveTo>
                  <a:cubicBezTo>
                    <a:pt x="37" y="7"/>
                    <a:pt x="37" y="7"/>
                    <a:pt x="37" y="7"/>
                  </a:cubicBezTo>
                  <a:cubicBezTo>
                    <a:pt x="215" y="7"/>
                    <a:pt x="215" y="7"/>
                    <a:pt x="215" y="7"/>
                  </a:cubicBezTo>
                  <a:cubicBezTo>
                    <a:pt x="215" y="110"/>
                    <a:pt x="215" y="110"/>
                    <a:pt x="215" y="110"/>
                  </a:cubicBezTo>
                  <a:cubicBezTo>
                    <a:pt x="215" y="111"/>
                    <a:pt x="215" y="111"/>
                    <a:pt x="215" y="111"/>
                  </a:cubicBezTo>
                  <a:cubicBezTo>
                    <a:pt x="37" y="111"/>
                    <a:pt x="37" y="111"/>
                    <a:pt x="37" y="111"/>
                  </a:cubicBezTo>
                  <a:lnTo>
                    <a:pt x="37" y="110"/>
                  </a:lnTo>
                  <a:close/>
                  <a:moveTo>
                    <a:pt x="178" y="126"/>
                  </a:moveTo>
                  <a:cubicBezTo>
                    <a:pt x="178" y="127"/>
                    <a:pt x="177" y="128"/>
                    <a:pt x="176" y="128"/>
                  </a:cubicBezTo>
                  <a:cubicBezTo>
                    <a:pt x="170" y="128"/>
                    <a:pt x="170" y="128"/>
                    <a:pt x="170" y="128"/>
                  </a:cubicBezTo>
                  <a:cubicBezTo>
                    <a:pt x="169" y="128"/>
                    <a:pt x="168" y="127"/>
                    <a:pt x="167" y="126"/>
                  </a:cubicBezTo>
                  <a:cubicBezTo>
                    <a:pt x="167" y="123"/>
                    <a:pt x="167" y="123"/>
                    <a:pt x="167" y="123"/>
                  </a:cubicBezTo>
                  <a:cubicBezTo>
                    <a:pt x="167" y="123"/>
                    <a:pt x="167" y="122"/>
                    <a:pt x="169" y="122"/>
                  </a:cubicBezTo>
                  <a:cubicBezTo>
                    <a:pt x="174" y="122"/>
                    <a:pt x="174" y="122"/>
                    <a:pt x="174" y="122"/>
                  </a:cubicBezTo>
                  <a:cubicBezTo>
                    <a:pt x="176" y="122"/>
                    <a:pt x="177" y="123"/>
                    <a:pt x="177" y="123"/>
                  </a:cubicBezTo>
                  <a:lnTo>
                    <a:pt x="178" y="126"/>
                  </a:lnTo>
                  <a:close/>
                  <a:moveTo>
                    <a:pt x="144" y="137"/>
                  </a:moveTo>
                  <a:cubicBezTo>
                    <a:pt x="150" y="137"/>
                    <a:pt x="150" y="137"/>
                    <a:pt x="150" y="137"/>
                  </a:cubicBezTo>
                  <a:cubicBezTo>
                    <a:pt x="151" y="137"/>
                    <a:pt x="152" y="137"/>
                    <a:pt x="152" y="138"/>
                  </a:cubicBezTo>
                  <a:cubicBezTo>
                    <a:pt x="153" y="141"/>
                    <a:pt x="153" y="141"/>
                    <a:pt x="153" y="141"/>
                  </a:cubicBezTo>
                  <a:cubicBezTo>
                    <a:pt x="153" y="142"/>
                    <a:pt x="152" y="142"/>
                    <a:pt x="150" y="142"/>
                  </a:cubicBezTo>
                  <a:cubicBezTo>
                    <a:pt x="144" y="142"/>
                    <a:pt x="144" y="142"/>
                    <a:pt x="144" y="142"/>
                  </a:cubicBezTo>
                  <a:cubicBezTo>
                    <a:pt x="143" y="142"/>
                    <a:pt x="142" y="142"/>
                    <a:pt x="142" y="141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41" y="137"/>
                    <a:pt x="142" y="137"/>
                    <a:pt x="144" y="137"/>
                  </a:cubicBezTo>
                  <a:close/>
                  <a:moveTo>
                    <a:pt x="141" y="126"/>
                  </a:moveTo>
                  <a:cubicBezTo>
                    <a:pt x="141" y="123"/>
                    <a:pt x="141" y="123"/>
                    <a:pt x="141" y="123"/>
                  </a:cubicBezTo>
                  <a:cubicBezTo>
                    <a:pt x="141" y="122"/>
                    <a:pt x="142" y="122"/>
                    <a:pt x="143" y="122"/>
                  </a:cubicBezTo>
                  <a:cubicBezTo>
                    <a:pt x="149" y="122"/>
                    <a:pt x="149" y="122"/>
                    <a:pt x="149" y="122"/>
                  </a:cubicBezTo>
                  <a:cubicBezTo>
                    <a:pt x="150" y="122"/>
                    <a:pt x="151" y="122"/>
                    <a:pt x="151" y="123"/>
                  </a:cubicBezTo>
                  <a:cubicBezTo>
                    <a:pt x="152" y="126"/>
                    <a:pt x="152" y="126"/>
                    <a:pt x="152" y="126"/>
                  </a:cubicBezTo>
                  <a:cubicBezTo>
                    <a:pt x="152" y="127"/>
                    <a:pt x="151" y="128"/>
                    <a:pt x="149" y="128"/>
                  </a:cubicBezTo>
                  <a:cubicBezTo>
                    <a:pt x="143" y="128"/>
                    <a:pt x="143" y="128"/>
                    <a:pt x="143" y="128"/>
                  </a:cubicBezTo>
                  <a:cubicBezTo>
                    <a:pt x="142" y="128"/>
                    <a:pt x="141" y="127"/>
                    <a:pt x="141" y="126"/>
                  </a:cubicBezTo>
                  <a:close/>
                  <a:moveTo>
                    <a:pt x="144" y="144"/>
                  </a:moveTo>
                  <a:cubicBezTo>
                    <a:pt x="151" y="144"/>
                    <a:pt x="151" y="144"/>
                    <a:pt x="151" y="144"/>
                  </a:cubicBezTo>
                  <a:cubicBezTo>
                    <a:pt x="152" y="144"/>
                    <a:pt x="153" y="145"/>
                    <a:pt x="153" y="145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9"/>
                    <a:pt x="153" y="150"/>
                    <a:pt x="151" y="150"/>
                  </a:cubicBezTo>
                  <a:cubicBezTo>
                    <a:pt x="145" y="150"/>
                    <a:pt x="145" y="150"/>
                    <a:pt x="145" y="150"/>
                  </a:cubicBezTo>
                  <a:cubicBezTo>
                    <a:pt x="143" y="150"/>
                    <a:pt x="142" y="149"/>
                    <a:pt x="142" y="148"/>
                  </a:cubicBezTo>
                  <a:cubicBezTo>
                    <a:pt x="142" y="145"/>
                    <a:pt x="142" y="145"/>
                    <a:pt x="142" y="145"/>
                  </a:cubicBezTo>
                  <a:cubicBezTo>
                    <a:pt x="142" y="145"/>
                    <a:pt x="143" y="144"/>
                    <a:pt x="144" y="144"/>
                  </a:cubicBezTo>
                  <a:close/>
                  <a:moveTo>
                    <a:pt x="154" y="123"/>
                  </a:moveTo>
                  <a:cubicBezTo>
                    <a:pt x="154" y="122"/>
                    <a:pt x="154" y="122"/>
                    <a:pt x="156" y="122"/>
                  </a:cubicBezTo>
                  <a:cubicBezTo>
                    <a:pt x="161" y="122"/>
                    <a:pt x="161" y="122"/>
                    <a:pt x="161" y="122"/>
                  </a:cubicBezTo>
                  <a:cubicBezTo>
                    <a:pt x="163" y="122"/>
                    <a:pt x="164" y="122"/>
                    <a:pt x="164" y="123"/>
                  </a:cubicBezTo>
                  <a:cubicBezTo>
                    <a:pt x="164" y="126"/>
                    <a:pt x="164" y="126"/>
                    <a:pt x="164" y="126"/>
                  </a:cubicBezTo>
                  <a:cubicBezTo>
                    <a:pt x="164" y="127"/>
                    <a:pt x="163" y="128"/>
                    <a:pt x="162" y="128"/>
                  </a:cubicBezTo>
                  <a:cubicBezTo>
                    <a:pt x="156" y="128"/>
                    <a:pt x="156" y="128"/>
                    <a:pt x="156" y="128"/>
                  </a:cubicBezTo>
                  <a:cubicBezTo>
                    <a:pt x="155" y="128"/>
                    <a:pt x="154" y="127"/>
                    <a:pt x="154" y="126"/>
                  </a:cubicBezTo>
                  <a:lnTo>
                    <a:pt x="154" y="123"/>
                  </a:lnTo>
                  <a:close/>
                  <a:moveTo>
                    <a:pt x="130" y="144"/>
                  </a:moveTo>
                  <a:cubicBezTo>
                    <a:pt x="136" y="144"/>
                    <a:pt x="136" y="144"/>
                    <a:pt x="136" y="144"/>
                  </a:cubicBezTo>
                  <a:cubicBezTo>
                    <a:pt x="138" y="144"/>
                    <a:pt x="139" y="145"/>
                    <a:pt x="139" y="145"/>
                  </a:cubicBezTo>
                  <a:cubicBezTo>
                    <a:pt x="139" y="148"/>
                    <a:pt x="139" y="148"/>
                    <a:pt x="139" y="148"/>
                  </a:cubicBezTo>
                  <a:cubicBezTo>
                    <a:pt x="139" y="149"/>
                    <a:pt x="138" y="150"/>
                    <a:pt x="137" y="150"/>
                  </a:cubicBezTo>
                  <a:cubicBezTo>
                    <a:pt x="130" y="150"/>
                    <a:pt x="130" y="150"/>
                    <a:pt x="130" y="150"/>
                  </a:cubicBezTo>
                  <a:cubicBezTo>
                    <a:pt x="128" y="150"/>
                    <a:pt x="127" y="149"/>
                    <a:pt x="127" y="148"/>
                  </a:cubicBezTo>
                  <a:cubicBezTo>
                    <a:pt x="128" y="145"/>
                    <a:pt x="128" y="145"/>
                    <a:pt x="128" y="145"/>
                  </a:cubicBezTo>
                  <a:cubicBezTo>
                    <a:pt x="128" y="145"/>
                    <a:pt x="129" y="144"/>
                    <a:pt x="130" y="144"/>
                  </a:cubicBezTo>
                  <a:close/>
                  <a:moveTo>
                    <a:pt x="128" y="126"/>
                  </a:moveTo>
                  <a:cubicBezTo>
                    <a:pt x="128" y="123"/>
                    <a:pt x="128" y="123"/>
                    <a:pt x="128" y="123"/>
                  </a:cubicBezTo>
                  <a:cubicBezTo>
                    <a:pt x="128" y="122"/>
                    <a:pt x="129" y="122"/>
                    <a:pt x="130" y="122"/>
                  </a:cubicBezTo>
                  <a:cubicBezTo>
                    <a:pt x="136" y="122"/>
                    <a:pt x="136" y="122"/>
                    <a:pt x="136" y="122"/>
                  </a:cubicBezTo>
                  <a:cubicBezTo>
                    <a:pt x="137" y="122"/>
                    <a:pt x="138" y="122"/>
                    <a:pt x="138" y="123"/>
                  </a:cubicBezTo>
                  <a:cubicBezTo>
                    <a:pt x="138" y="126"/>
                    <a:pt x="138" y="126"/>
                    <a:pt x="138" y="126"/>
                  </a:cubicBezTo>
                  <a:cubicBezTo>
                    <a:pt x="138" y="127"/>
                    <a:pt x="137" y="128"/>
                    <a:pt x="136" y="128"/>
                  </a:cubicBezTo>
                  <a:cubicBezTo>
                    <a:pt x="130" y="128"/>
                    <a:pt x="130" y="128"/>
                    <a:pt x="130" y="128"/>
                  </a:cubicBezTo>
                  <a:cubicBezTo>
                    <a:pt x="129" y="128"/>
                    <a:pt x="128" y="127"/>
                    <a:pt x="128" y="126"/>
                  </a:cubicBezTo>
                  <a:close/>
                  <a:moveTo>
                    <a:pt x="57" y="135"/>
                  </a:moveTo>
                  <a:cubicBezTo>
                    <a:pt x="50" y="135"/>
                    <a:pt x="50" y="135"/>
                    <a:pt x="50" y="135"/>
                  </a:cubicBezTo>
                  <a:cubicBezTo>
                    <a:pt x="49" y="135"/>
                    <a:pt x="48" y="134"/>
                    <a:pt x="49" y="134"/>
                  </a:cubicBezTo>
                  <a:cubicBezTo>
                    <a:pt x="50" y="130"/>
                    <a:pt x="50" y="130"/>
                    <a:pt x="50" y="130"/>
                  </a:cubicBezTo>
                  <a:cubicBezTo>
                    <a:pt x="50" y="130"/>
                    <a:pt x="52" y="129"/>
                    <a:pt x="53" y="129"/>
                  </a:cubicBezTo>
                  <a:cubicBezTo>
                    <a:pt x="59" y="129"/>
                    <a:pt x="59" y="129"/>
                    <a:pt x="59" y="129"/>
                  </a:cubicBezTo>
                  <a:cubicBezTo>
                    <a:pt x="60" y="129"/>
                    <a:pt x="61" y="130"/>
                    <a:pt x="61" y="130"/>
                  </a:cubicBezTo>
                  <a:cubicBezTo>
                    <a:pt x="59" y="134"/>
                    <a:pt x="59" y="134"/>
                    <a:pt x="59" y="134"/>
                  </a:cubicBezTo>
                  <a:cubicBezTo>
                    <a:pt x="59" y="134"/>
                    <a:pt x="58" y="135"/>
                    <a:pt x="57" y="135"/>
                  </a:cubicBezTo>
                  <a:close/>
                  <a:moveTo>
                    <a:pt x="58" y="138"/>
                  </a:moveTo>
                  <a:cubicBezTo>
                    <a:pt x="56" y="141"/>
                    <a:pt x="56" y="141"/>
                    <a:pt x="56" y="141"/>
                  </a:cubicBezTo>
                  <a:cubicBezTo>
                    <a:pt x="56" y="142"/>
                    <a:pt x="55" y="142"/>
                    <a:pt x="54" y="142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6" y="142"/>
                    <a:pt x="45" y="142"/>
                    <a:pt x="45" y="141"/>
                  </a:cubicBezTo>
                  <a:cubicBezTo>
                    <a:pt x="47" y="138"/>
                    <a:pt x="47" y="138"/>
                    <a:pt x="47" y="138"/>
                  </a:cubicBezTo>
                  <a:cubicBezTo>
                    <a:pt x="47" y="137"/>
                    <a:pt x="48" y="137"/>
                    <a:pt x="50" y="137"/>
                  </a:cubicBezTo>
                  <a:cubicBezTo>
                    <a:pt x="56" y="137"/>
                    <a:pt x="56" y="137"/>
                    <a:pt x="56" y="137"/>
                  </a:cubicBezTo>
                  <a:cubicBezTo>
                    <a:pt x="57" y="137"/>
                    <a:pt x="58" y="137"/>
                    <a:pt x="58" y="138"/>
                  </a:cubicBezTo>
                  <a:close/>
                  <a:moveTo>
                    <a:pt x="47" y="128"/>
                  </a:moveTo>
                  <a:cubicBezTo>
                    <a:pt x="41" y="128"/>
                    <a:pt x="41" y="128"/>
                    <a:pt x="41" y="128"/>
                  </a:cubicBezTo>
                  <a:cubicBezTo>
                    <a:pt x="40" y="128"/>
                    <a:pt x="39" y="127"/>
                    <a:pt x="39" y="126"/>
                  </a:cubicBezTo>
                  <a:cubicBezTo>
                    <a:pt x="41" y="123"/>
                    <a:pt x="41" y="123"/>
                    <a:pt x="41" y="123"/>
                  </a:cubicBezTo>
                  <a:cubicBezTo>
                    <a:pt x="41" y="123"/>
                    <a:pt x="43" y="122"/>
                    <a:pt x="44" y="122"/>
                  </a:cubicBezTo>
                  <a:cubicBezTo>
                    <a:pt x="50" y="122"/>
                    <a:pt x="50" y="122"/>
                    <a:pt x="50" y="122"/>
                  </a:cubicBezTo>
                  <a:cubicBezTo>
                    <a:pt x="51" y="122"/>
                    <a:pt x="51" y="123"/>
                    <a:pt x="51" y="123"/>
                  </a:cubicBezTo>
                  <a:cubicBezTo>
                    <a:pt x="50" y="126"/>
                    <a:pt x="50" y="126"/>
                    <a:pt x="50" y="126"/>
                  </a:cubicBezTo>
                  <a:cubicBezTo>
                    <a:pt x="49" y="127"/>
                    <a:pt x="48" y="128"/>
                    <a:pt x="47" y="128"/>
                  </a:cubicBezTo>
                  <a:close/>
                  <a:moveTo>
                    <a:pt x="52" y="126"/>
                  </a:moveTo>
                  <a:cubicBezTo>
                    <a:pt x="54" y="123"/>
                    <a:pt x="54" y="123"/>
                    <a:pt x="54" y="123"/>
                  </a:cubicBezTo>
                  <a:cubicBezTo>
                    <a:pt x="54" y="123"/>
                    <a:pt x="55" y="122"/>
                    <a:pt x="56" y="122"/>
                  </a:cubicBezTo>
                  <a:cubicBezTo>
                    <a:pt x="62" y="122"/>
                    <a:pt x="62" y="122"/>
                    <a:pt x="62" y="122"/>
                  </a:cubicBezTo>
                  <a:cubicBezTo>
                    <a:pt x="63" y="122"/>
                    <a:pt x="64" y="123"/>
                    <a:pt x="64" y="123"/>
                  </a:cubicBezTo>
                  <a:cubicBezTo>
                    <a:pt x="62" y="126"/>
                    <a:pt x="62" y="126"/>
                    <a:pt x="62" y="126"/>
                  </a:cubicBezTo>
                  <a:cubicBezTo>
                    <a:pt x="62" y="127"/>
                    <a:pt x="61" y="128"/>
                    <a:pt x="60" y="128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52" y="128"/>
                    <a:pt x="52" y="127"/>
                    <a:pt x="52" y="126"/>
                  </a:cubicBezTo>
                  <a:close/>
                  <a:moveTo>
                    <a:pt x="60" y="138"/>
                  </a:moveTo>
                  <a:cubicBezTo>
                    <a:pt x="61" y="137"/>
                    <a:pt x="62" y="137"/>
                    <a:pt x="63" y="137"/>
                  </a:cubicBezTo>
                  <a:cubicBezTo>
                    <a:pt x="69" y="137"/>
                    <a:pt x="69" y="137"/>
                    <a:pt x="69" y="137"/>
                  </a:cubicBezTo>
                  <a:cubicBezTo>
                    <a:pt x="71" y="137"/>
                    <a:pt x="71" y="137"/>
                    <a:pt x="71" y="138"/>
                  </a:cubicBezTo>
                  <a:cubicBezTo>
                    <a:pt x="70" y="141"/>
                    <a:pt x="70" y="141"/>
                    <a:pt x="70" y="141"/>
                  </a:cubicBezTo>
                  <a:cubicBezTo>
                    <a:pt x="70" y="142"/>
                    <a:pt x="69" y="142"/>
                    <a:pt x="67" y="142"/>
                  </a:cubicBezTo>
                  <a:cubicBezTo>
                    <a:pt x="61" y="142"/>
                    <a:pt x="61" y="142"/>
                    <a:pt x="61" y="142"/>
                  </a:cubicBezTo>
                  <a:cubicBezTo>
                    <a:pt x="60" y="142"/>
                    <a:pt x="59" y="142"/>
                    <a:pt x="59" y="141"/>
                  </a:cubicBezTo>
                  <a:lnTo>
                    <a:pt x="60" y="138"/>
                  </a:lnTo>
                  <a:close/>
                  <a:moveTo>
                    <a:pt x="70" y="135"/>
                  </a:moveTo>
                  <a:cubicBezTo>
                    <a:pt x="64" y="135"/>
                    <a:pt x="64" y="135"/>
                    <a:pt x="64" y="135"/>
                  </a:cubicBezTo>
                  <a:cubicBezTo>
                    <a:pt x="62" y="135"/>
                    <a:pt x="62" y="134"/>
                    <a:pt x="62" y="134"/>
                  </a:cubicBezTo>
                  <a:cubicBezTo>
                    <a:pt x="63" y="130"/>
                    <a:pt x="63" y="130"/>
                    <a:pt x="63" y="130"/>
                  </a:cubicBezTo>
                  <a:cubicBezTo>
                    <a:pt x="63" y="130"/>
                    <a:pt x="65" y="129"/>
                    <a:pt x="66" y="129"/>
                  </a:cubicBezTo>
                  <a:cubicBezTo>
                    <a:pt x="72" y="129"/>
                    <a:pt x="72" y="129"/>
                    <a:pt x="72" y="129"/>
                  </a:cubicBezTo>
                  <a:cubicBezTo>
                    <a:pt x="73" y="129"/>
                    <a:pt x="74" y="130"/>
                    <a:pt x="74" y="130"/>
                  </a:cubicBezTo>
                  <a:cubicBezTo>
                    <a:pt x="73" y="134"/>
                    <a:pt x="73" y="134"/>
                    <a:pt x="73" y="134"/>
                  </a:cubicBezTo>
                  <a:cubicBezTo>
                    <a:pt x="72" y="134"/>
                    <a:pt x="71" y="135"/>
                    <a:pt x="70" y="135"/>
                  </a:cubicBezTo>
                  <a:close/>
                  <a:moveTo>
                    <a:pt x="65" y="126"/>
                  </a:moveTo>
                  <a:cubicBezTo>
                    <a:pt x="66" y="123"/>
                    <a:pt x="66" y="123"/>
                    <a:pt x="66" y="123"/>
                  </a:cubicBezTo>
                  <a:cubicBezTo>
                    <a:pt x="66" y="123"/>
                    <a:pt x="67" y="122"/>
                    <a:pt x="69" y="122"/>
                  </a:cubicBezTo>
                  <a:cubicBezTo>
                    <a:pt x="74" y="122"/>
                    <a:pt x="74" y="122"/>
                    <a:pt x="74" y="122"/>
                  </a:cubicBezTo>
                  <a:cubicBezTo>
                    <a:pt x="76" y="122"/>
                    <a:pt x="76" y="123"/>
                    <a:pt x="76" y="123"/>
                  </a:cubicBezTo>
                  <a:cubicBezTo>
                    <a:pt x="75" y="126"/>
                    <a:pt x="75" y="126"/>
                    <a:pt x="75" y="126"/>
                  </a:cubicBezTo>
                  <a:cubicBezTo>
                    <a:pt x="75" y="127"/>
                    <a:pt x="74" y="128"/>
                    <a:pt x="72" y="128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65" y="128"/>
                    <a:pt x="64" y="127"/>
                    <a:pt x="65" y="126"/>
                  </a:cubicBezTo>
                  <a:close/>
                  <a:moveTo>
                    <a:pt x="74" y="138"/>
                  </a:moveTo>
                  <a:cubicBezTo>
                    <a:pt x="74" y="137"/>
                    <a:pt x="75" y="137"/>
                    <a:pt x="76" y="137"/>
                  </a:cubicBezTo>
                  <a:cubicBezTo>
                    <a:pt x="83" y="137"/>
                    <a:pt x="83" y="137"/>
                    <a:pt x="83" y="137"/>
                  </a:cubicBezTo>
                  <a:cubicBezTo>
                    <a:pt x="84" y="137"/>
                    <a:pt x="85" y="137"/>
                    <a:pt x="85" y="138"/>
                  </a:cubicBezTo>
                  <a:cubicBezTo>
                    <a:pt x="84" y="141"/>
                    <a:pt x="84" y="141"/>
                    <a:pt x="84" y="141"/>
                  </a:cubicBezTo>
                  <a:cubicBezTo>
                    <a:pt x="84" y="142"/>
                    <a:pt x="82" y="142"/>
                    <a:pt x="81" y="142"/>
                  </a:cubicBezTo>
                  <a:cubicBezTo>
                    <a:pt x="75" y="142"/>
                    <a:pt x="75" y="142"/>
                    <a:pt x="75" y="142"/>
                  </a:cubicBezTo>
                  <a:cubicBezTo>
                    <a:pt x="73" y="142"/>
                    <a:pt x="73" y="142"/>
                    <a:pt x="73" y="141"/>
                  </a:cubicBezTo>
                  <a:lnTo>
                    <a:pt x="74" y="138"/>
                  </a:lnTo>
                  <a:close/>
                  <a:moveTo>
                    <a:pt x="83" y="135"/>
                  </a:moveTo>
                  <a:cubicBezTo>
                    <a:pt x="77" y="135"/>
                    <a:pt x="77" y="135"/>
                    <a:pt x="77" y="135"/>
                  </a:cubicBezTo>
                  <a:cubicBezTo>
                    <a:pt x="76" y="135"/>
                    <a:pt x="75" y="134"/>
                    <a:pt x="75" y="134"/>
                  </a:cubicBezTo>
                  <a:cubicBezTo>
                    <a:pt x="76" y="130"/>
                    <a:pt x="76" y="130"/>
                    <a:pt x="76" y="130"/>
                  </a:cubicBezTo>
                  <a:cubicBezTo>
                    <a:pt x="76" y="130"/>
                    <a:pt x="78" y="129"/>
                    <a:pt x="79" y="129"/>
                  </a:cubicBezTo>
                  <a:cubicBezTo>
                    <a:pt x="85" y="129"/>
                    <a:pt x="85" y="129"/>
                    <a:pt x="85" y="129"/>
                  </a:cubicBezTo>
                  <a:cubicBezTo>
                    <a:pt x="86" y="129"/>
                    <a:pt x="87" y="130"/>
                    <a:pt x="87" y="130"/>
                  </a:cubicBezTo>
                  <a:cubicBezTo>
                    <a:pt x="86" y="134"/>
                    <a:pt x="86" y="134"/>
                    <a:pt x="86" y="134"/>
                  </a:cubicBezTo>
                  <a:cubicBezTo>
                    <a:pt x="86" y="134"/>
                    <a:pt x="84" y="135"/>
                    <a:pt x="83" y="135"/>
                  </a:cubicBezTo>
                  <a:close/>
                  <a:moveTo>
                    <a:pt x="77" y="126"/>
                  </a:moveTo>
                  <a:cubicBezTo>
                    <a:pt x="78" y="123"/>
                    <a:pt x="78" y="123"/>
                    <a:pt x="78" y="123"/>
                  </a:cubicBezTo>
                  <a:cubicBezTo>
                    <a:pt x="79" y="123"/>
                    <a:pt x="80" y="122"/>
                    <a:pt x="81" y="122"/>
                  </a:cubicBezTo>
                  <a:cubicBezTo>
                    <a:pt x="87" y="122"/>
                    <a:pt x="87" y="122"/>
                    <a:pt x="87" y="122"/>
                  </a:cubicBezTo>
                  <a:cubicBezTo>
                    <a:pt x="88" y="122"/>
                    <a:pt x="89" y="123"/>
                    <a:pt x="89" y="123"/>
                  </a:cubicBezTo>
                  <a:cubicBezTo>
                    <a:pt x="88" y="126"/>
                    <a:pt x="88" y="126"/>
                    <a:pt x="88" y="126"/>
                  </a:cubicBezTo>
                  <a:cubicBezTo>
                    <a:pt x="87" y="127"/>
                    <a:pt x="86" y="128"/>
                    <a:pt x="85" y="128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78" y="128"/>
                    <a:pt x="77" y="127"/>
                    <a:pt x="77" y="126"/>
                  </a:cubicBezTo>
                  <a:close/>
                  <a:moveTo>
                    <a:pt x="87" y="138"/>
                  </a:moveTo>
                  <a:cubicBezTo>
                    <a:pt x="87" y="137"/>
                    <a:pt x="89" y="137"/>
                    <a:pt x="90" y="137"/>
                  </a:cubicBezTo>
                  <a:cubicBezTo>
                    <a:pt x="96" y="137"/>
                    <a:pt x="96" y="137"/>
                    <a:pt x="96" y="137"/>
                  </a:cubicBezTo>
                  <a:cubicBezTo>
                    <a:pt x="97" y="137"/>
                    <a:pt x="98" y="137"/>
                    <a:pt x="98" y="138"/>
                  </a:cubicBezTo>
                  <a:cubicBezTo>
                    <a:pt x="97" y="141"/>
                    <a:pt x="97" y="141"/>
                    <a:pt x="97" y="141"/>
                  </a:cubicBezTo>
                  <a:cubicBezTo>
                    <a:pt x="97" y="142"/>
                    <a:pt x="96" y="142"/>
                    <a:pt x="95" y="142"/>
                  </a:cubicBezTo>
                  <a:cubicBezTo>
                    <a:pt x="88" y="142"/>
                    <a:pt x="88" y="142"/>
                    <a:pt x="88" y="142"/>
                  </a:cubicBezTo>
                  <a:cubicBezTo>
                    <a:pt x="87" y="142"/>
                    <a:pt x="86" y="142"/>
                    <a:pt x="86" y="141"/>
                  </a:cubicBezTo>
                  <a:lnTo>
                    <a:pt x="87" y="138"/>
                  </a:lnTo>
                  <a:close/>
                  <a:moveTo>
                    <a:pt x="96" y="135"/>
                  </a:moveTo>
                  <a:cubicBezTo>
                    <a:pt x="90" y="135"/>
                    <a:pt x="90" y="135"/>
                    <a:pt x="90" y="135"/>
                  </a:cubicBezTo>
                  <a:cubicBezTo>
                    <a:pt x="89" y="135"/>
                    <a:pt x="88" y="134"/>
                    <a:pt x="88" y="134"/>
                  </a:cubicBezTo>
                  <a:cubicBezTo>
                    <a:pt x="89" y="130"/>
                    <a:pt x="89" y="130"/>
                    <a:pt x="89" y="130"/>
                  </a:cubicBezTo>
                  <a:cubicBezTo>
                    <a:pt x="89" y="130"/>
                    <a:pt x="90" y="129"/>
                    <a:pt x="92" y="129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9" y="129"/>
                    <a:pt x="100" y="130"/>
                    <a:pt x="100" y="130"/>
                  </a:cubicBezTo>
                  <a:cubicBezTo>
                    <a:pt x="99" y="134"/>
                    <a:pt x="99" y="134"/>
                    <a:pt x="99" y="134"/>
                  </a:cubicBezTo>
                  <a:cubicBezTo>
                    <a:pt x="99" y="134"/>
                    <a:pt x="98" y="135"/>
                    <a:pt x="96" y="135"/>
                  </a:cubicBezTo>
                  <a:close/>
                  <a:moveTo>
                    <a:pt x="98" y="128"/>
                  </a:moveTo>
                  <a:cubicBezTo>
                    <a:pt x="92" y="128"/>
                    <a:pt x="92" y="128"/>
                    <a:pt x="92" y="128"/>
                  </a:cubicBezTo>
                  <a:cubicBezTo>
                    <a:pt x="91" y="128"/>
                    <a:pt x="90" y="127"/>
                    <a:pt x="90" y="126"/>
                  </a:cubicBezTo>
                  <a:cubicBezTo>
                    <a:pt x="91" y="123"/>
                    <a:pt x="91" y="123"/>
                    <a:pt x="91" y="123"/>
                  </a:cubicBezTo>
                  <a:cubicBezTo>
                    <a:pt x="91" y="123"/>
                    <a:pt x="92" y="122"/>
                    <a:pt x="93" y="122"/>
                  </a:cubicBezTo>
                  <a:cubicBezTo>
                    <a:pt x="99" y="122"/>
                    <a:pt x="99" y="122"/>
                    <a:pt x="99" y="122"/>
                  </a:cubicBezTo>
                  <a:cubicBezTo>
                    <a:pt x="100" y="122"/>
                    <a:pt x="101" y="123"/>
                    <a:pt x="101" y="123"/>
                  </a:cubicBezTo>
                  <a:cubicBezTo>
                    <a:pt x="100" y="126"/>
                    <a:pt x="100" y="126"/>
                    <a:pt x="100" y="126"/>
                  </a:cubicBezTo>
                  <a:cubicBezTo>
                    <a:pt x="100" y="127"/>
                    <a:pt x="99" y="128"/>
                    <a:pt x="98" y="128"/>
                  </a:cubicBezTo>
                  <a:close/>
                  <a:moveTo>
                    <a:pt x="101" y="138"/>
                  </a:moveTo>
                  <a:cubicBezTo>
                    <a:pt x="101" y="137"/>
                    <a:pt x="102" y="137"/>
                    <a:pt x="103" y="137"/>
                  </a:cubicBezTo>
                  <a:cubicBezTo>
                    <a:pt x="110" y="137"/>
                    <a:pt x="110" y="137"/>
                    <a:pt x="110" y="137"/>
                  </a:cubicBezTo>
                  <a:cubicBezTo>
                    <a:pt x="111" y="137"/>
                    <a:pt x="112" y="137"/>
                    <a:pt x="112" y="138"/>
                  </a:cubicBezTo>
                  <a:cubicBezTo>
                    <a:pt x="111" y="141"/>
                    <a:pt x="111" y="141"/>
                    <a:pt x="111" y="141"/>
                  </a:cubicBezTo>
                  <a:cubicBezTo>
                    <a:pt x="111" y="142"/>
                    <a:pt x="110" y="142"/>
                    <a:pt x="109" y="142"/>
                  </a:cubicBezTo>
                  <a:cubicBezTo>
                    <a:pt x="102" y="142"/>
                    <a:pt x="102" y="142"/>
                    <a:pt x="102" y="142"/>
                  </a:cubicBezTo>
                  <a:cubicBezTo>
                    <a:pt x="101" y="142"/>
                    <a:pt x="100" y="142"/>
                    <a:pt x="100" y="141"/>
                  </a:cubicBezTo>
                  <a:lnTo>
                    <a:pt x="101" y="138"/>
                  </a:lnTo>
                  <a:close/>
                  <a:moveTo>
                    <a:pt x="110" y="135"/>
                  </a:moveTo>
                  <a:cubicBezTo>
                    <a:pt x="103" y="135"/>
                    <a:pt x="103" y="135"/>
                    <a:pt x="103" y="135"/>
                  </a:cubicBezTo>
                  <a:cubicBezTo>
                    <a:pt x="102" y="135"/>
                    <a:pt x="101" y="134"/>
                    <a:pt x="101" y="134"/>
                  </a:cubicBezTo>
                  <a:cubicBezTo>
                    <a:pt x="102" y="130"/>
                    <a:pt x="102" y="130"/>
                    <a:pt x="102" y="130"/>
                  </a:cubicBezTo>
                  <a:cubicBezTo>
                    <a:pt x="102" y="130"/>
                    <a:pt x="103" y="129"/>
                    <a:pt x="104" y="129"/>
                  </a:cubicBezTo>
                  <a:cubicBezTo>
                    <a:pt x="110" y="129"/>
                    <a:pt x="110" y="129"/>
                    <a:pt x="110" y="129"/>
                  </a:cubicBezTo>
                  <a:cubicBezTo>
                    <a:pt x="112" y="129"/>
                    <a:pt x="113" y="130"/>
                    <a:pt x="113" y="130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1" y="135"/>
                    <a:pt x="110" y="135"/>
                  </a:cubicBezTo>
                  <a:close/>
                  <a:moveTo>
                    <a:pt x="111" y="128"/>
                  </a:moveTo>
                  <a:cubicBezTo>
                    <a:pt x="105" y="128"/>
                    <a:pt x="105" y="128"/>
                    <a:pt x="105" y="128"/>
                  </a:cubicBezTo>
                  <a:cubicBezTo>
                    <a:pt x="104" y="128"/>
                    <a:pt x="103" y="127"/>
                    <a:pt x="103" y="126"/>
                  </a:cubicBezTo>
                  <a:cubicBezTo>
                    <a:pt x="103" y="123"/>
                    <a:pt x="103" y="123"/>
                    <a:pt x="103" y="123"/>
                  </a:cubicBezTo>
                  <a:cubicBezTo>
                    <a:pt x="103" y="123"/>
                    <a:pt x="105" y="122"/>
                    <a:pt x="106" y="122"/>
                  </a:cubicBezTo>
                  <a:cubicBezTo>
                    <a:pt x="111" y="122"/>
                    <a:pt x="111" y="122"/>
                    <a:pt x="111" y="122"/>
                  </a:cubicBezTo>
                  <a:cubicBezTo>
                    <a:pt x="113" y="122"/>
                    <a:pt x="113" y="123"/>
                    <a:pt x="113" y="123"/>
                  </a:cubicBezTo>
                  <a:cubicBezTo>
                    <a:pt x="113" y="126"/>
                    <a:pt x="113" y="126"/>
                    <a:pt x="113" y="126"/>
                  </a:cubicBezTo>
                  <a:cubicBezTo>
                    <a:pt x="113" y="127"/>
                    <a:pt x="112" y="128"/>
                    <a:pt x="111" y="128"/>
                  </a:cubicBezTo>
                  <a:close/>
                  <a:moveTo>
                    <a:pt x="113" y="145"/>
                  </a:moveTo>
                  <a:cubicBezTo>
                    <a:pt x="114" y="145"/>
                    <a:pt x="115" y="144"/>
                    <a:pt x="116" y="144"/>
                  </a:cubicBezTo>
                  <a:cubicBezTo>
                    <a:pt x="123" y="144"/>
                    <a:pt x="123" y="144"/>
                    <a:pt x="123" y="144"/>
                  </a:cubicBezTo>
                  <a:cubicBezTo>
                    <a:pt x="124" y="144"/>
                    <a:pt x="125" y="145"/>
                    <a:pt x="125" y="145"/>
                  </a:cubicBezTo>
                  <a:cubicBezTo>
                    <a:pt x="125" y="148"/>
                    <a:pt x="125" y="148"/>
                    <a:pt x="125" y="148"/>
                  </a:cubicBezTo>
                  <a:cubicBezTo>
                    <a:pt x="125" y="149"/>
                    <a:pt x="123" y="150"/>
                    <a:pt x="122" y="150"/>
                  </a:cubicBezTo>
                  <a:cubicBezTo>
                    <a:pt x="115" y="150"/>
                    <a:pt x="115" y="150"/>
                    <a:pt x="115" y="150"/>
                  </a:cubicBezTo>
                  <a:cubicBezTo>
                    <a:pt x="114" y="150"/>
                    <a:pt x="113" y="149"/>
                    <a:pt x="113" y="148"/>
                  </a:cubicBezTo>
                  <a:lnTo>
                    <a:pt x="113" y="145"/>
                  </a:lnTo>
                  <a:close/>
                  <a:moveTo>
                    <a:pt x="123" y="142"/>
                  </a:moveTo>
                  <a:cubicBezTo>
                    <a:pt x="116" y="142"/>
                    <a:pt x="116" y="142"/>
                    <a:pt x="116" y="142"/>
                  </a:cubicBezTo>
                  <a:cubicBezTo>
                    <a:pt x="115" y="142"/>
                    <a:pt x="114" y="142"/>
                    <a:pt x="114" y="141"/>
                  </a:cubicBezTo>
                  <a:cubicBezTo>
                    <a:pt x="114" y="138"/>
                    <a:pt x="114" y="138"/>
                    <a:pt x="114" y="138"/>
                  </a:cubicBezTo>
                  <a:cubicBezTo>
                    <a:pt x="114" y="137"/>
                    <a:pt x="115" y="137"/>
                    <a:pt x="117" y="137"/>
                  </a:cubicBezTo>
                  <a:cubicBezTo>
                    <a:pt x="123" y="137"/>
                    <a:pt x="123" y="137"/>
                    <a:pt x="123" y="137"/>
                  </a:cubicBezTo>
                  <a:cubicBezTo>
                    <a:pt x="124" y="137"/>
                    <a:pt x="125" y="137"/>
                    <a:pt x="125" y="138"/>
                  </a:cubicBezTo>
                  <a:cubicBezTo>
                    <a:pt x="125" y="141"/>
                    <a:pt x="125" y="141"/>
                    <a:pt x="125" y="141"/>
                  </a:cubicBezTo>
                  <a:cubicBezTo>
                    <a:pt x="125" y="142"/>
                    <a:pt x="124" y="142"/>
                    <a:pt x="123" y="142"/>
                  </a:cubicBezTo>
                  <a:close/>
                  <a:moveTo>
                    <a:pt x="123" y="135"/>
                  </a:moveTo>
                  <a:cubicBezTo>
                    <a:pt x="117" y="135"/>
                    <a:pt x="117" y="135"/>
                    <a:pt x="117" y="135"/>
                  </a:cubicBezTo>
                  <a:cubicBezTo>
                    <a:pt x="116" y="135"/>
                    <a:pt x="115" y="134"/>
                    <a:pt x="115" y="134"/>
                  </a:cubicBezTo>
                  <a:cubicBezTo>
                    <a:pt x="115" y="130"/>
                    <a:pt x="115" y="130"/>
                    <a:pt x="115" y="130"/>
                  </a:cubicBezTo>
                  <a:cubicBezTo>
                    <a:pt x="115" y="130"/>
                    <a:pt x="116" y="129"/>
                    <a:pt x="117" y="129"/>
                  </a:cubicBezTo>
                  <a:cubicBezTo>
                    <a:pt x="123" y="129"/>
                    <a:pt x="123" y="129"/>
                    <a:pt x="123" y="129"/>
                  </a:cubicBezTo>
                  <a:cubicBezTo>
                    <a:pt x="125" y="129"/>
                    <a:pt x="126" y="130"/>
                    <a:pt x="126" y="130"/>
                  </a:cubicBezTo>
                  <a:cubicBezTo>
                    <a:pt x="125" y="134"/>
                    <a:pt x="125" y="134"/>
                    <a:pt x="125" y="134"/>
                  </a:cubicBezTo>
                  <a:cubicBezTo>
                    <a:pt x="125" y="134"/>
                    <a:pt x="124" y="135"/>
                    <a:pt x="123" y="135"/>
                  </a:cubicBezTo>
                  <a:close/>
                  <a:moveTo>
                    <a:pt x="123" y="128"/>
                  </a:moveTo>
                  <a:cubicBezTo>
                    <a:pt x="117" y="128"/>
                    <a:pt x="117" y="128"/>
                    <a:pt x="117" y="128"/>
                  </a:cubicBezTo>
                  <a:cubicBezTo>
                    <a:pt x="116" y="128"/>
                    <a:pt x="115" y="127"/>
                    <a:pt x="115" y="126"/>
                  </a:cubicBezTo>
                  <a:cubicBezTo>
                    <a:pt x="116" y="123"/>
                    <a:pt x="116" y="123"/>
                    <a:pt x="116" y="123"/>
                  </a:cubicBezTo>
                  <a:cubicBezTo>
                    <a:pt x="116" y="123"/>
                    <a:pt x="117" y="122"/>
                    <a:pt x="118" y="122"/>
                  </a:cubicBezTo>
                  <a:cubicBezTo>
                    <a:pt x="124" y="122"/>
                    <a:pt x="124" y="122"/>
                    <a:pt x="124" y="122"/>
                  </a:cubicBezTo>
                  <a:cubicBezTo>
                    <a:pt x="125" y="122"/>
                    <a:pt x="126" y="123"/>
                    <a:pt x="126" y="123"/>
                  </a:cubicBezTo>
                  <a:cubicBezTo>
                    <a:pt x="126" y="126"/>
                    <a:pt x="126" y="126"/>
                    <a:pt x="126" y="126"/>
                  </a:cubicBezTo>
                  <a:cubicBezTo>
                    <a:pt x="126" y="127"/>
                    <a:pt x="125" y="128"/>
                    <a:pt x="123" y="128"/>
                  </a:cubicBezTo>
                  <a:close/>
                  <a:moveTo>
                    <a:pt x="35" y="134"/>
                  </a:moveTo>
                  <a:cubicBezTo>
                    <a:pt x="37" y="130"/>
                    <a:pt x="37" y="130"/>
                    <a:pt x="37" y="130"/>
                  </a:cubicBezTo>
                  <a:cubicBezTo>
                    <a:pt x="38" y="130"/>
                    <a:pt x="39" y="129"/>
                    <a:pt x="40" y="129"/>
                  </a:cubicBezTo>
                  <a:cubicBezTo>
                    <a:pt x="46" y="129"/>
                    <a:pt x="46" y="129"/>
                    <a:pt x="46" y="129"/>
                  </a:cubicBezTo>
                  <a:cubicBezTo>
                    <a:pt x="47" y="129"/>
                    <a:pt x="48" y="130"/>
                    <a:pt x="48" y="130"/>
                  </a:cubicBezTo>
                  <a:cubicBezTo>
                    <a:pt x="46" y="134"/>
                    <a:pt x="46" y="134"/>
                    <a:pt x="46" y="134"/>
                  </a:cubicBezTo>
                  <a:cubicBezTo>
                    <a:pt x="46" y="134"/>
                    <a:pt x="44" y="135"/>
                    <a:pt x="43" y="135"/>
                  </a:cubicBezTo>
                  <a:cubicBezTo>
                    <a:pt x="37" y="135"/>
                    <a:pt x="37" y="135"/>
                    <a:pt x="37" y="135"/>
                  </a:cubicBezTo>
                  <a:cubicBezTo>
                    <a:pt x="36" y="135"/>
                    <a:pt x="35" y="134"/>
                    <a:pt x="35" y="134"/>
                  </a:cubicBezTo>
                  <a:close/>
                  <a:moveTo>
                    <a:pt x="31" y="141"/>
                  </a:moveTo>
                  <a:cubicBezTo>
                    <a:pt x="33" y="138"/>
                    <a:pt x="33" y="138"/>
                    <a:pt x="33" y="138"/>
                  </a:cubicBezTo>
                  <a:cubicBezTo>
                    <a:pt x="34" y="137"/>
                    <a:pt x="35" y="137"/>
                    <a:pt x="36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44" y="137"/>
                    <a:pt x="44" y="137"/>
                    <a:pt x="44" y="138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2" y="142"/>
                    <a:pt x="41" y="142"/>
                    <a:pt x="40" y="142"/>
                  </a:cubicBezTo>
                  <a:cubicBezTo>
                    <a:pt x="33" y="142"/>
                    <a:pt x="33" y="142"/>
                    <a:pt x="33" y="142"/>
                  </a:cubicBezTo>
                  <a:cubicBezTo>
                    <a:pt x="32" y="142"/>
                    <a:pt x="31" y="142"/>
                    <a:pt x="31" y="141"/>
                  </a:cubicBezTo>
                  <a:close/>
                  <a:moveTo>
                    <a:pt x="41" y="145"/>
                  </a:moveTo>
                  <a:cubicBezTo>
                    <a:pt x="39" y="148"/>
                    <a:pt x="39" y="148"/>
                    <a:pt x="39" y="148"/>
                  </a:cubicBezTo>
                  <a:cubicBezTo>
                    <a:pt x="39" y="149"/>
                    <a:pt x="37" y="150"/>
                    <a:pt x="36" y="150"/>
                  </a:cubicBezTo>
                  <a:cubicBezTo>
                    <a:pt x="29" y="150"/>
                    <a:pt x="29" y="150"/>
                    <a:pt x="29" y="150"/>
                  </a:cubicBezTo>
                  <a:cubicBezTo>
                    <a:pt x="28" y="150"/>
                    <a:pt x="27" y="149"/>
                    <a:pt x="28" y="148"/>
                  </a:cubicBezTo>
                  <a:cubicBezTo>
                    <a:pt x="29" y="145"/>
                    <a:pt x="29" y="145"/>
                    <a:pt x="29" y="145"/>
                  </a:cubicBezTo>
                  <a:cubicBezTo>
                    <a:pt x="30" y="145"/>
                    <a:pt x="31" y="144"/>
                    <a:pt x="32" y="144"/>
                  </a:cubicBezTo>
                  <a:cubicBezTo>
                    <a:pt x="39" y="144"/>
                    <a:pt x="39" y="144"/>
                    <a:pt x="39" y="144"/>
                  </a:cubicBezTo>
                  <a:cubicBezTo>
                    <a:pt x="40" y="144"/>
                    <a:pt x="41" y="145"/>
                    <a:pt x="41" y="145"/>
                  </a:cubicBezTo>
                  <a:close/>
                  <a:moveTo>
                    <a:pt x="42" y="148"/>
                  </a:moveTo>
                  <a:cubicBezTo>
                    <a:pt x="43" y="145"/>
                    <a:pt x="43" y="145"/>
                    <a:pt x="43" y="145"/>
                  </a:cubicBezTo>
                  <a:cubicBezTo>
                    <a:pt x="44" y="145"/>
                    <a:pt x="45" y="144"/>
                    <a:pt x="46" y="144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10" y="144"/>
                    <a:pt x="111" y="145"/>
                    <a:pt x="111" y="145"/>
                  </a:cubicBezTo>
                  <a:cubicBezTo>
                    <a:pt x="110" y="148"/>
                    <a:pt x="110" y="148"/>
                    <a:pt x="110" y="148"/>
                  </a:cubicBezTo>
                  <a:cubicBezTo>
                    <a:pt x="110" y="149"/>
                    <a:pt x="109" y="150"/>
                    <a:pt x="108" y="150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42" y="150"/>
                    <a:pt x="42" y="149"/>
                    <a:pt x="42" y="148"/>
                  </a:cubicBezTo>
                  <a:close/>
                  <a:moveTo>
                    <a:pt x="95" y="166"/>
                  </a:moveTo>
                  <a:cubicBezTo>
                    <a:pt x="99" y="155"/>
                    <a:pt x="99" y="155"/>
                    <a:pt x="99" y="155"/>
                  </a:cubicBezTo>
                  <a:cubicBezTo>
                    <a:pt x="154" y="155"/>
                    <a:pt x="154" y="155"/>
                    <a:pt x="154" y="155"/>
                  </a:cubicBezTo>
                  <a:cubicBezTo>
                    <a:pt x="158" y="166"/>
                    <a:pt x="158" y="166"/>
                    <a:pt x="158" y="166"/>
                  </a:cubicBezTo>
                  <a:lnTo>
                    <a:pt x="95" y="166"/>
                  </a:lnTo>
                  <a:close/>
                  <a:moveTo>
                    <a:pt x="166" y="150"/>
                  </a:moveTo>
                  <a:cubicBezTo>
                    <a:pt x="159" y="150"/>
                    <a:pt x="159" y="150"/>
                    <a:pt x="159" y="150"/>
                  </a:cubicBezTo>
                  <a:cubicBezTo>
                    <a:pt x="158" y="150"/>
                    <a:pt x="157" y="149"/>
                    <a:pt x="156" y="148"/>
                  </a:cubicBezTo>
                  <a:cubicBezTo>
                    <a:pt x="156" y="145"/>
                    <a:pt x="156" y="145"/>
                    <a:pt x="156" y="145"/>
                  </a:cubicBezTo>
                  <a:cubicBezTo>
                    <a:pt x="156" y="145"/>
                    <a:pt x="157" y="144"/>
                    <a:pt x="158" y="144"/>
                  </a:cubicBezTo>
                  <a:cubicBezTo>
                    <a:pt x="165" y="144"/>
                    <a:pt x="165" y="144"/>
                    <a:pt x="165" y="144"/>
                  </a:cubicBezTo>
                  <a:cubicBezTo>
                    <a:pt x="166" y="144"/>
                    <a:pt x="167" y="145"/>
                    <a:pt x="167" y="145"/>
                  </a:cubicBezTo>
                  <a:cubicBezTo>
                    <a:pt x="168" y="148"/>
                    <a:pt x="168" y="148"/>
                    <a:pt x="168" y="148"/>
                  </a:cubicBezTo>
                  <a:cubicBezTo>
                    <a:pt x="168" y="149"/>
                    <a:pt x="167" y="150"/>
                    <a:pt x="166" y="150"/>
                  </a:cubicBezTo>
                  <a:close/>
                  <a:moveTo>
                    <a:pt x="169" y="134"/>
                  </a:moveTo>
                  <a:cubicBezTo>
                    <a:pt x="168" y="130"/>
                    <a:pt x="168" y="130"/>
                    <a:pt x="168" y="130"/>
                  </a:cubicBezTo>
                  <a:cubicBezTo>
                    <a:pt x="168" y="130"/>
                    <a:pt x="169" y="129"/>
                    <a:pt x="170" y="129"/>
                  </a:cubicBezTo>
                  <a:cubicBezTo>
                    <a:pt x="176" y="129"/>
                    <a:pt x="176" y="129"/>
                    <a:pt x="176" y="129"/>
                  </a:cubicBezTo>
                  <a:cubicBezTo>
                    <a:pt x="177" y="129"/>
                    <a:pt x="178" y="130"/>
                    <a:pt x="179" y="130"/>
                  </a:cubicBezTo>
                  <a:cubicBezTo>
                    <a:pt x="179" y="134"/>
                    <a:pt x="179" y="134"/>
                    <a:pt x="179" y="134"/>
                  </a:cubicBezTo>
                  <a:cubicBezTo>
                    <a:pt x="180" y="134"/>
                    <a:pt x="179" y="135"/>
                    <a:pt x="177" y="135"/>
                  </a:cubicBezTo>
                  <a:cubicBezTo>
                    <a:pt x="171" y="135"/>
                    <a:pt x="171" y="135"/>
                    <a:pt x="171" y="135"/>
                  </a:cubicBezTo>
                  <a:cubicBezTo>
                    <a:pt x="170" y="135"/>
                    <a:pt x="169" y="134"/>
                    <a:pt x="169" y="134"/>
                  </a:cubicBezTo>
                  <a:close/>
                  <a:moveTo>
                    <a:pt x="170" y="141"/>
                  </a:moveTo>
                  <a:cubicBezTo>
                    <a:pt x="169" y="138"/>
                    <a:pt x="169" y="138"/>
                    <a:pt x="169" y="138"/>
                  </a:cubicBezTo>
                  <a:cubicBezTo>
                    <a:pt x="169" y="137"/>
                    <a:pt x="170" y="137"/>
                    <a:pt x="172" y="137"/>
                  </a:cubicBezTo>
                  <a:cubicBezTo>
                    <a:pt x="178" y="137"/>
                    <a:pt x="178" y="137"/>
                    <a:pt x="178" y="137"/>
                  </a:cubicBezTo>
                  <a:cubicBezTo>
                    <a:pt x="179" y="137"/>
                    <a:pt x="180" y="137"/>
                    <a:pt x="180" y="138"/>
                  </a:cubicBezTo>
                  <a:cubicBezTo>
                    <a:pt x="181" y="141"/>
                    <a:pt x="181" y="141"/>
                    <a:pt x="181" y="141"/>
                  </a:cubicBezTo>
                  <a:cubicBezTo>
                    <a:pt x="181" y="142"/>
                    <a:pt x="180" y="142"/>
                    <a:pt x="179" y="142"/>
                  </a:cubicBezTo>
                  <a:cubicBezTo>
                    <a:pt x="173" y="142"/>
                    <a:pt x="173" y="142"/>
                    <a:pt x="173" y="142"/>
                  </a:cubicBezTo>
                  <a:cubicBezTo>
                    <a:pt x="171" y="142"/>
                    <a:pt x="170" y="142"/>
                    <a:pt x="170" y="141"/>
                  </a:cubicBezTo>
                  <a:close/>
                  <a:moveTo>
                    <a:pt x="181" y="150"/>
                  </a:moveTo>
                  <a:cubicBezTo>
                    <a:pt x="174" y="150"/>
                    <a:pt x="174" y="150"/>
                    <a:pt x="174" y="150"/>
                  </a:cubicBezTo>
                  <a:cubicBezTo>
                    <a:pt x="173" y="150"/>
                    <a:pt x="172" y="149"/>
                    <a:pt x="171" y="148"/>
                  </a:cubicBezTo>
                  <a:cubicBezTo>
                    <a:pt x="171" y="145"/>
                    <a:pt x="171" y="145"/>
                    <a:pt x="171" y="145"/>
                  </a:cubicBezTo>
                  <a:cubicBezTo>
                    <a:pt x="171" y="145"/>
                    <a:pt x="172" y="144"/>
                    <a:pt x="173" y="144"/>
                  </a:cubicBezTo>
                  <a:cubicBezTo>
                    <a:pt x="180" y="144"/>
                    <a:pt x="180" y="144"/>
                    <a:pt x="180" y="144"/>
                  </a:cubicBezTo>
                  <a:cubicBezTo>
                    <a:pt x="181" y="144"/>
                    <a:pt x="182" y="145"/>
                    <a:pt x="182" y="145"/>
                  </a:cubicBezTo>
                  <a:cubicBezTo>
                    <a:pt x="183" y="148"/>
                    <a:pt x="183" y="148"/>
                    <a:pt x="183" y="148"/>
                  </a:cubicBezTo>
                  <a:cubicBezTo>
                    <a:pt x="183" y="149"/>
                    <a:pt x="182" y="150"/>
                    <a:pt x="181" y="150"/>
                  </a:cubicBezTo>
                  <a:close/>
                  <a:moveTo>
                    <a:pt x="184" y="141"/>
                  </a:moveTo>
                  <a:cubicBezTo>
                    <a:pt x="183" y="138"/>
                    <a:pt x="183" y="138"/>
                    <a:pt x="183" y="138"/>
                  </a:cubicBezTo>
                  <a:cubicBezTo>
                    <a:pt x="183" y="137"/>
                    <a:pt x="184" y="137"/>
                    <a:pt x="185" y="137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3" y="137"/>
                    <a:pt x="194" y="137"/>
                    <a:pt x="194" y="138"/>
                  </a:cubicBezTo>
                  <a:cubicBezTo>
                    <a:pt x="195" y="141"/>
                    <a:pt x="195" y="141"/>
                    <a:pt x="195" y="141"/>
                  </a:cubicBezTo>
                  <a:cubicBezTo>
                    <a:pt x="195" y="142"/>
                    <a:pt x="194" y="142"/>
                    <a:pt x="193" y="142"/>
                  </a:cubicBezTo>
                  <a:cubicBezTo>
                    <a:pt x="186" y="142"/>
                    <a:pt x="186" y="142"/>
                    <a:pt x="186" y="142"/>
                  </a:cubicBezTo>
                  <a:cubicBezTo>
                    <a:pt x="185" y="142"/>
                    <a:pt x="184" y="142"/>
                    <a:pt x="184" y="141"/>
                  </a:cubicBezTo>
                  <a:close/>
                  <a:moveTo>
                    <a:pt x="195" y="150"/>
                  </a:moveTo>
                  <a:cubicBezTo>
                    <a:pt x="188" y="150"/>
                    <a:pt x="188" y="150"/>
                    <a:pt x="188" y="150"/>
                  </a:cubicBezTo>
                  <a:cubicBezTo>
                    <a:pt x="187" y="150"/>
                    <a:pt x="186" y="149"/>
                    <a:pt x="186" y="148"/>
                  </a:cubicBezTo>
                  <a:cubicBezTo>
                    <a:pt x="185" y="145"/>
                    <a:pt x="185" y="145"/>
                    <a:pt x="185" y="145"/>
                  </a:cubicBezTo>
                  <a:cubicBezTo>
                    <a:pt x="185" y="145"/>
                    <a:pt x="186" y="144"/>
                    <a:pt x="187" y="144"/>
                  </a:cubicBezTo>
                  <a:cubicBezTo>
                    <a:pt x="193" y="144"/>
                    <a:pt x="193" y="144"/>
                    <a:pt x="193" y="144"/>
                  </a:cubicBezTo>
                  <a:cubicBezTo>
                    <a:pt x="195" y="144"/>
                    <a:pt x="196" y="145"/>
                    <a:pt x="196" y="145"/>
                  </a:cubicBezTo>
                  <a:cubicBezTo>
                    <a:pt x="197" y="148"/>
                    <a:pt x="197" y="148"/>
                    <a:pt x="197" y="148"/>
                  </a:cubicBezTo>
                  <a:cubicBezTo>
                    <a:pt x="197" y="149"/>
                    <a:pt x="197" y="150"/>
                    <a:pt x="195" y="150"/>
                  </a:cubicBezTo>
                  <a:close/>
                  <a:moveTo>
                    <a:pt x="198" y="141"/>
                  </a:moveTo>
                  <a:cubicBezTo>
                    <a:pt x="197" y="138"/>
                    <a:pt x="197" y="138"/>
                    <a:pt x="197" y="138"/>
                  </a:cubicBezTo>
                  <a:cubicBezTo>
                    <a:pt x="196" y="137"/>
                    <a:pt x="197" y="137"/>
                    <a:pt x="198" y="137"/>
                  </a:cubicBezTo>
                  <a:cubicBezTo>
                    <a:pt x="205" y="137"/>
                    <a:pt x="205" y="137"/>
                    <a:pt x="205" y="137"/>
                  </a:cubicBezTo>
                  <a:cubicBezTo>
                    <a:pt x="206" y="137"/>
                    <a:pt x="207" y="137"/>
                    <a:pt x="207" y="138"/>
                  </a:cubicBezTo>
                  <a:cubicBezTo>
                    <a:pt x="209" y="141"/>
                    <a:pt x="209" y="141"/>
                    <a:pt x="209" y="141"/>
                  </a:cubicBezTo>
                  <a:cubicBezTo>
                    <a:pt x="209" y="142"/>
                    <a:pt x="208" y="142"/>
                    <a:pt x="207" y="142"/>
                  </a:cubicBezTo>
                  <a:cubicBezTo>
                    <a:pt x="200" y="142"/>
                    <a:pt x="200" y="142"/>
                    <a:pt x="200" y="142"/>
                  </a:cubicBezTo>
                  <a:cubicBezTo>
                    <a:pt x="199" y="142"/>
                    <a:pt x="198" y="142"/>
                    <a:pt x="198" y="141"/>
                  </a:cubicBezTo>
                  <a:close/>
                  <a:moveTo>
                    <a:pt x="210" y="150"/>
                  </a:moveTo>
                  <a:cubicBezTo>
                    <a:pt x="203" y="150"/>
                    <a:pt x="203" y="150"/>
                    <a:pt x="203" y="150"/>
                  </a:cubicBezTo>
                  <a:cubicBezTo>
                    <a:pt x="201" y="150"/>
                    <a:pt x="200" y="149"/>
                    <a:pt x="200" y="148"/>
                  </a:cubicBezTo>
                  <a:cubicBezTo>
                    <a:pt x="199" y="145"/>
                    <a:pt x="199" y="145"/>
                    <a:pt x="199" y="145"/>
                  </a:cubicBezTo>
                  <a:cubicBezTo>
                    <a:pt x="199" y="145"/>
                    <a:pt x="200" y="144"/>
                    <a:pt x="201" y="144"/>
                  </a:cubicBezTo>
                  <a:cubicBezTo>
                    <a:pt x="207" y="144"/>
                    <a:pt x="207" y="144"/>
                    <a:pt x="207" y="144"/>
                  </a:cubicBezTo>
                  <a:cubicBezTo>
                    <a:pt x="209" y="144"/>
                    <a:pt x="210" y="145"/>
                    <a:pt x="210" y="145"/>
                  </a:cubicBezTo>
                  <a:cubicBezTo>
                    <a:pt x="212" y="148"/>
                    <a:pt x="212" y="148"/>
                    <a:pt x="212" y="148"/>
                  </a:cubicBezTo>
                  <a:cubicBezTo>
                    <a:pt x="212" y="149"/>
                    <a:pt x="211" y="150"/>
                    <a:pt x="210" y="150"/>
                  </a:cubicBezTo>
                  <a:close/>
                  <a:moveTo>
                    <a:pt x="211" y="141"/>
                  </a:moveTo>
                  <a:cubicBezTo>
                    <a:pt x="207" y="130"/>
                    <a:pt x="207" y="130"/>
                    <a:pt x="207" y="130"/>
                  </a:cubicBezTo>
                  <a:cubicBezTo>
                    <a:pt x="207" y="130"/>
                    <a:pt x="208" y="129"/>
                    <a:pt x="209" y="129"/>
                  </a:cubicBezTo>
                  <a:cubicBezTo>
                    <a:pt x="215" y="129"/>
                    <a:pt x="215" y="129"/>
                    <a:pt x="215" y="129"/>
                  </a:cubicBezTo>
                  <a:cubicBezTo>
                    <a:pt x="216" y="129"/>
                    <a:pt x="217" y="130"/>
                    <a:pt x="218" y="130"/>
                  </a:cubicBezTo>
                  <a:cubicBezTo>
                    <a:pt x="222" y="141"/>
                    <a:pt x="222" y="141"/>
                    <a:pt x="222" y="141"/>
                  </a:cubicBezTo>
                  <a:cubicBezTo>
                    <a:pt x="223" y="142"/>
                    <a:pt x="222" y="142"/>
                    <a:pt x="221" y="142"/>
                  </a:cubicBezTo>
                  <a:cubicBezTo>
                    <a:pt x="214" y="142"/>
                    <a:pt x="214" y="142"/>
                    <a:pt x="214" y="142"/>
                  </a:cubicBezTo>
                  <a:cubicBezTo>
                    <a:pt x="213" y="142"/>
                    <a:pt x="212" y="142"/>
                    <a:pt x="211" y="141"/>
                  </a:cubicBezTo>
                  <a:close/>
                  <a:moveTo>
                    <a:pt x="224" y="150"/>
                  </a:moveTo>
                  <a:cubicBezTo>
                    <a:pt x="217" y="150"/>
                    <a:pt x="217" y="150"/>
                    <a:pt x="217" y="150"/>
                  </a:cubicBezTo>
                  <a:cubicBezTo>
                    <a:pt x="216" y="150"/>
                    <a:pt x="215" y="149"/>
                    <a:pt x="214" y="148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13" y="145"/>
                    <a:pt x="214" y="144"/>
                    <a:pt x="215" y="144"/>
                  </a:cubicBezTo>
                  <a:cubicBezTo>
                    <a:pt x="221" y="144"/>
                    <a:pt x="221" y="144"/>
                    <a:pt x="221" y="144"/>
                  </a:cubicBezTo>
                  <a:cubicBezTo>
                    <a:pt x="223" y="144"/>
                    <a:pt x="224" y="145"/>
                    <a:pt x="224" y="145"/>
                  </a:cubicBezTo>
                  <a:cubicBezTo>
                    <a:pt x="226" y="148"/>
                    <a:pt x="226" y="148"/>
                    <a:pt x="226" y="148"/>
                  </a:cubicBezTo>
                  <a:cubicBezTo>
                    <a:pt x="226" y="149"/>
                    <a:pt x="225" y="150"/>
                    <a:pt x="224" y="150"/>
                  </a:cubicBezTo>
                  <a:close/>
                </a:path>
              </a:pathLst>
            </a:custGeom>
            <a:solidFill>
              <a:srgbClr val="00345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913765"/>
              <a:endParaRPr lang="zh-CN" altLang="en-US">
                <a:solidFill>
                  <a:prstClr val="black"/>
                </a:solidFill>
                <a:latin typeface="Calibri"/>
                <a:ea typeface="宋体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3" grpId="0" animBg="1"/>
    </p:bldLst>
  </p:timing>
</p:sld>
</file>

<file path=ppt/theme/theme1.xml><?xml version="1.0" encoding="utf-8"?>
<a:theme xmlns:a="http://schemas.openxmlformats.org/drawingml/2006/main" name="Default Theme">
  <a:themeElements>
    <a:clrScheme name="Motagua - Coloured 6 - Light">
      <a:dk1>
        <a:srgbClr val="7E7E7E"/>
      </a:dk1>
      <a:lt1>
        <a:sysClr val="window" lastClr="FFFFFF"/>
      </a:lt1>
      <a:dk2>
        <a:srgbClr val="6B6B6B"/>
      </a:dk2>
      <a:lt2>
        <a:srgbClr val="FFFFFF"/>
      </a:lt2>
      <a:accent1>
        <a:srgbClr val="81B94F"/>
      </a:accent1>
      <a:accent2>
        <a:srgbClr val="46A4DB"/>
      </a:accent2>
      <a:accent3>
        <a:srgbClr val="E5583A"/>
      </a:accent3>
      <a:accent4>
        <a:srgbClr val="F9B439"/>
      </a:accent4>
      <a:accent5>
        <a:srgbClr val="7C69A8"/>
      </a:accent5>
      <a:accent6>
        <a:srgbClr val="404F64"/>
      </a:accent6>
      <a:hlink>
        <a:srgbClr val="F33B48"/>
      </a:hlink>
      <a:folHlink>
        <a:srgbClr val="FFC000"/>
      </a:folHlink>
    </a:clrScheme>
    <a:fontScheme name="Custom 1">
      <a:majorFont>
        <a:latin typeface="Lato"/>
        <a:ea typeface=""/>
        <a:cs typeface=""/>
      </a:majorFont>
      <a:minorFont>
        <a:latin typeface="La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4850</TotalTime>
  <Words>114</Words>
  <Application>Microsoft Office PowerPoint</Application>
  <PresentationFormat>宽屏</PresentationFormat>
  <Paragraphs>38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Lato Regular</vt:lpstr>
      <vt:lpstr>微软雅黑</vt:lpstr>
      <vt:lpstr>Arial</vt:lpstr>
      <vt:lpstr>Calibri</vt:lpstr>
      <vt:lpstr>Calibri Light</vt:lpstr>
      <vt:lpstr>Lato</vt:lpstr>
      <vt:lpstr>Times</vt:lpstr>
      <vt:lpstr>Wingdings</vt:lpstr>
      <vt:lpstr>Default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西南财经大学® 经济信息工程学院</dc:title>
  <dc:creator>Jun Wang</dc:creator>
  <cp:lastModifiedBy>shaofei shen</cp:lastModifiedBy>
  <cp:revision>1375</cp:revision>
  <dcterms:created xsi:type="dcterms:W3CDTF">1900-01-01T00:00:00Z</dcterms:created>
  <dcterms:modified xsi:type="dcterms:W3CDTF">2026-01-06T13:32:27Z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2052-11.26.1</vt:lpwstr>
  </property>
  <property fmtid="{D5CDD505-2E9C-101B-9397-08002B2CF9AE}" pid="3" name="ICV">
    <vt:lpwstr>9C48A80ABC72B292689CF662E558DC13</vt:lpwstr>
  </property>
</Properties>
</file>