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2" r:id="rId1"/>
  </p:sldMasterIdLst>
  <p:notesMasterIdLst>
    <p:notesMasterId r:id="rId20"/>
  </p:notesMasterIdLst>
  <p:sldIdLst>
    <p:sldId id="1945" r:id="rId2"/>
    <p:sldId id="1944" r:id="rId3"/>
    <p:sldId id="1936" r:id="rId4"/>
    <p:sldId id="1953" r:id="rId5"/>
    <p:sldId id="1955" r:id="rId6"/>
    <p:sldId id="1956" r:id="rId7"/>
    <p:sldId id="1960" r:id="rId8"/>
    <p:sldId id="1959" r:id="rId9"/>
    <p:sldId id="1946" r:id="rId10"/>
    <p:sldId id="1962" r:id="rId11"/>
    <p:sldId id="1961" r:id="rId12"/>
    <p:sldId id="1963" r:id="rId13"/>
    <p:sldId id="1964" r:id="rId14"/>
    <p:sldId id="1965" r:id="rId15"/>
    <p:sldId id="1949" r:id="rId16"/>
    <p:sldId id="1950" r:id="rId17"/>
    <p:sldId id="1966" r:id="rId18"/>
    <p:sldId id="162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yan" initials="cy" lastIdx="5" clrIdx="0"/>
  <p:cmAuthor id="2" name="张 林" initials="张" lastIdx="1" clrIdx="1">
    <p:extLst>
      <p:ext uri="{19B8F6BF-5375-455C-9EA6-DF929625EA0E}">
        <p15:presenceInfo xmlns:p15="http://schemas.microsoft.com/office/powerpoint/2012/main" userId="050afd44ee77aa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5C9"/>
    <a:srgbClr val="000000"/>
    <a:srgbClr val="1A81E9"/>
    <a:srgbClr val="FBD288"/>
    <a:srgbClr val="FFC000"/>
    <a:srgbClr val="237FB5"/>
    <a:srgbClr val="F9B439"/>
    <a:srgbClr val="E5E5E5"/>
    <a:srgbClr val="0034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娣辫壊鏍峰紡 1 - 寮鸿皟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3" autoAdjust="0"/>
    <p:restoredTop sz="91027" autoAdjust="0"/>
  </p:normalViewPr>
  <p:slideViewPr>
    <p:cSldViewPr snapToGrid="0" showGuides="1">
      <p:cViewPr>
        <p:scale>
          <a:sx n="125" d="100"/>
          <a:sy n="125" d="100"/>
        </p:scale>
        <p:origin x="269" y="-3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993"/>
    </p:cViewPr>
  </p:sorterViewPr>
  <p:notesViewPr>
    <p:cSldViewPr snapToGrid="0">
      <p:cViewPr varScale="1">
        <p:scale>
          <a:sx n="70" d="100"/>
          <a:sy n="70" d="100"/>
        </p:scale>
        <p:origin x="2763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37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为什么会有这样一个分布，以及为什么会想到通过对齐的方法来解决这个问题。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6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635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519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3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049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9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因此：能不能既对齐分布，又能够捕捉高频的细粒度特征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369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52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939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925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345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410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563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541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194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14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0394FA-EF43-4F0F-91C0-2C8DFCF002B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8"/>
          <p:cNvSpPr/>
          <p:nvPr userDrawn="1"/>
        </p:nvSpPr>
        <p:spPr bwMode="auto">
          <a:xfrm>
            <a:off x="10981568" y="6519434"/>
            <a:ext cx="62548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1" name="Freeform 38"/>
          <p:cNvSpPr/>
          <p:nvPr userDrawn="1"/>
        </p:nvSpPr>
        <p:spPr bwMode="auto">
          <a:xfrm flipH="1">
            <a:off x="11185500" y="6519215"/>
            <a:ext cx="62219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533693" y="409839"/>
            <a:ext cx="391417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Calibri Light"/>
                <a:cs typeface="Calibri Light"/>
              </a:rPr>
              <a:t>‹#›</a:t>
            </a:fld>
            <a:endParaRPr lang="id-ID" sz="1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B844-F917-422A-B233-D8654175148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E2E-C27D-4B0E-9155-2B84938D31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fld id="{FCEE2C88-6C8F-484D-AF69-578F576B1F4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lang="en-US" sz="24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20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8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6" y="745735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Title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AB679-44B4-403B-A629-5604DCB0AADE}"/>
              </a:ext>
            </a:extLst>
          </p:cNvPr>
          <p:cNvSpPr/>
          <p:nvPr/>
        </p:nvSpPr>
        <p:spPr>
          <a:xfrm>
            <a:off x="158637" y="6156967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Published as a conference paper at ICLR 2026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64E3E-7BC5-4541-A070-94BA343BD444}"/>
              </a:ext>
            </a:extLst>
          </p:cNvPr>
          <p:cNvSpPr/>
          <p:nvPr/>
        </p:nvSpPr>
        <p:spPr>
          <a:xfrm>
            <a:off x="158636" y="5698893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https://github.com/TROUBADOUR000/TimeAlign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9476B1-22A7-8A3F-A5E3-CA2E7BAB0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1483231"/>
            <a:ext cx="11210669" cy="339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71481" y="91187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9EBF7-71A3-4F07-A6FE-82F3EE7FA070}"/>
              </a:ext>
            </a:extLst>
          </p:cNvPr>
          <p:cNvSpPr/>
          <p:nvPr/>
        </p:nvSpPr>
        <p:spPr>
          <a:xfrm>
            <a:off x="7154649" y="2861464"/>
            <a:ext cx="3920571" cy="170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: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通过重建任务对齐历史输入和未来预测目标的向量表征分布。从而弥补了输入历史和未来目标之间的分布差距。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75EE2F4F-4CB2-47F8-A076-75BD65A4C03A}"/>
              </a:ext>
            </a:extLst>
          </p:cNvPr>
          <p:cNvSpPr/>
          <p:nvPr/>
        </p:nvSpPr>
        <p:spPr>
          <a:xfrm>
            <a:off x="7355461" y="2738211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B13CEA-EEDA-972C-0D28-3A75C59C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8" y="1885541"/>
            <a:ext cx="6848741" cy="355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2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296706" y="1632221"/>
            <a:ext cx="6722102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在历史输入和未来预测目标存在分布漂移的前提下，直接从历史输入提取特征的嵌入表示预测未来目标是具备挑战的。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4B44BD-A6FC-12E2-9000-9239582EF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3" y="2741976"/>
            <a:ext cx="7560610" cy="25426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75B13CA-59CC-DC3D-959F-E214F37E6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787" y="2867465"/>
            <a:ext cx="4783213" cy="20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6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7C8AB-78E0-3E38-31B7-16C054B6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40" y="1986363"/>
            <a:ext cx="11634062" cy="356172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9EBA739-8979-BECB-31B0-6E8400248B4C}"/>
              </a:ext>
            </a:extLst>
          </p:cNvPr>
          <p:cNvSpPr/>
          <p:nvPr/>
        </p:nvSpPr>
        <p:spPr>
          <a:xfrm>
            <a:off x="347156" y="1309908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1.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模型倾向于捕捉低频周期模式成分</a:t>
            </a:r>
          </a:p>
        </p:txBody>
      </p:sp>
    </p:spTree>
    <p:extLst>
      <p:ext uri="{BB962C8B-B14F-4D97-AF65-F5344CB8AC3E}">
        <p14:creationId xmlns:p14="http://schemas.microsoft.com/office/powerpoint/2010/main" val="7894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776339-78ED-C7AA-02DD-C1AA388B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63" y="1309823"/>
            <a:ext cx="8750537" cy="543696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9EBA739-8979-BECB-31B0-6E8400248B4C}"/>
              </a:ext>
            </a:extLst>
          </p:cNvPr>
          <p:cNvSpPr/>
          <p:nvPr/>
        </p:nvSpPr>
        <p:spPr>
          <a:xfrm>
            <a:off x="726855" y="1041490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1.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模型倾向于捕捉低频周期模式成分</a:t>
            </a:r>
          </a:p>
        </p:txBody>
      </p:sp>
    </p:spTree>
    <p:extLst>
      <p:ext uri="{BB962C8B-B14F-4D97-AF65-F5344CB8AC3E}">
        <p14:creationId xmlns:p14="http://schemas.microsoft.com/office/powerpoint/2010/main" val="199354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BA739-8979-BECB-31B0-6E8400248B4C}"/>
              </a:ext>
            </a:extLst>
          </p:cNvPr>
          <p:cNvSpPr/>
          <p:nvPr/>
        </p:nvSpPr>
        <p:spPr>
          <a:xfrm>
            <a:off x="158637" y="1927128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2.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历史输入和未来预测目标分布失配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874A3D3-E952-6FFD-B43B-274398830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" y="2824615"/>
            <a:ext cx="8049815" cy="20598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9E4882-5E96-18B0-ED86-7EB208218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503" y="783554"/>
            <a:ext cx="2758551" cy="596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8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BA739-8979-BECB-31B0-6E8400248B4C}"/>
              </a:ext>
            </a:extLst>
          </p:cNvPr>
          <p:cNvSpPr/>
          <p:nvPr/>
        </p:nvSpPr>
        <p:spPr>
          <a:xfrm>
            <a:off x="211977" y="1234440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3.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单向预测范式会丢失细粒度特征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7904A9-480F-03C9-0AF9-E2587936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2181284"/>
            <a:ext cx="11269074" cy="28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9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BA739-8979-BECB-31B0-6E8400248B4C}"/>
              </a:ext>
            </a:extLst>
          </p:cNvPr>
          <p:cNvSpPr/>
          <p:nvPr/>
        </p:nvSpPr>
        <p:spPr>
          <a:xfrm>
            <a:off x="211977" y="1234440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3.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单向预测范式会丢失细粒度特征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79DC2B-E3AA-910E-C86B-8F4A1E61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765893"/>
            <a:ext cx="9303029" cy="46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7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7F092A-2B83-BB12-CCD6-F395D792A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20" y="842729"/>
            <a:ext cx="9840098" cy="590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45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0555C-D7A9-3232-FF9A-32B587BF6849}"/>
              </a:ext>
            </a:extLst>
          </p:cNvPr>
          <p:cNvSpPr/>
          <p:nvPr/>
        </p:nvSpPr>
        <p:spPr>
          <a:xfrm>
            <a:off x="158637" y="871895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预测分支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8C7FAD-0A0C-D608-5388-9D7BAA2E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7148"/>
            <a:ext cx="7938560" cy="31642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622A35-98A8-0324-A2A3-C42637A6B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020" y="4368353"/>
            <a:ext cx="6440308" cy="23784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A4B6D1-90E4-3E2A-17CC-FBE694594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819" y="2283220"/>
            <a:ext cx="3621903" cy="157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38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0555C-D7A9-3232-FF9A-32B587BF6849}"/>
              </a:ext>
            </a:extLst>
          </p:cNvPr>
          <p:cNvSpPr/>
          <p:nvPr/>
        </p:nvSpPr>
        <p:spPr>
          <a:xfrm>
            <a:off x="158637" y="871895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重建分支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CA4B6D1-90E4-3E2A-17CC-FBE694594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19" y="2359420"/>
            <a:ext cx="3621903" cy="157619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A5FDCF8-3057-A4FD-BCE7-C8D30DC22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6" y="1784919"/>
            <a:ext cx="6722103" cy="247093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EBEB41B-8625-EBD2-A7E1-0DCE5A7FF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190" y="4141929"/>
            <a:ext cx="6320292" cy="24646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D37D048-C7AC-3DB8-EC03-656F220F0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34" y="1413999"/>
            <a:ext cx="6533583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5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0555C-D7A9-3232-FF9A-32B587BF6849}"/>
              </a:ext>
            </a:extLst>
          </p:cNvPr>
          <p:cNvSpPr/>
          <p:nvPr/>
        </p:nvSpPr>
        <p:spPr>
          <a:xfrm>
            <a:off x="158637" y="871895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分布对齐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1AAE4F-983F-D726-5F77-6B8A5E10F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37" y="1327148"/>
            <a:ext cx="8985360" cy="24988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256238-2404-F585-77A2-7AC71267A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276" y="3811524"/>
            <a:ext cx="5529442" cy="304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0555C-D7A9-3232-FF9A-32B587BF6849}"/>
              </a:ext>
            </a:extLst>
          </p:cNvPr>
          <p:cNvSpPr/>
          <p:nvPr/>
        </p:nvSpPr>
        <p:spPr>
          <a:xfrm>
            <a:off x="158637" y="871895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局部对齐和全局对齐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424596-AB5E-667D-E116-B48B0A69E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380" y="2415541"/>
            <a:ext cx="4565621" cy="28690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51F5C4-328F-823D-A2D4-A45C937B1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" y="1327148"/>
            <a:ext cx="7139903" cy="130297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833893B-7E18-96A4-925E-B1D6B9EB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904" y="2736459"/>
            <a:ext cx="4491568" cy="6978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F670DC7-145F-F8B0-5E90-022DB7C37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" y="3960060"/>
            <a:ext cx="7086479" cy="7254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69B28BD-6DA5-B292-7AB0-A834387B9A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733" y="4805381"/>
            <a:ext cx="5751946" cy="72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0555C-D7A9-3232-FF9A-32B587BF6849}"/>
              </a:ext>
            </a:extLst>
          </p:cNvPr>
          <p:cNvSpPr/>
          <p:nvPr/>
        </p:nvSpPr>
        <p:spPr>
          <a:xfrm>
            <a:off x="158637" y="871895"/>
            <a:ext cx="672210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优化目标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424596-AB5E-667D-E116-B48B0A69E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820" y="2392681"/>
            <a:ext cx="4565621" cy="2869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5B9CC0-B963-F964-708B-BB02132D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5" y="1456194"/>
            <a:ext cx="7328555" cy="29485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2472B0-6CDA-B9EB-3EDB-DCB65FE2E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6" y="4871055"/>
            <a:ext cx="7263648" cy="125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12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6C1FE5-B741-657B-1180-FBE97BEF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59" y="858209"/>
            <a:ext cx="6294121" cy="599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1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7D269F-76EF-608D-B180-B00DE2A88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1475061"/>
            <a:ext cx="11395963" cy="44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61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CF605B-65ED-00FE-C540-19A9B8EDA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0" y="1038370"/>
            <a:ext cx="5859558" cy="55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63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0" y="4148231"/>
            <a:ext cx="12192000" cy="2734876"/>
            <a:chOff x="2239347" y="1909777"/>
            <a:chExt cx="7483679" cy="1804078"/>
          </a:xfrm>
        </p:grpSpPr>
        <p:sp>
          <p:nvSpPr>
            <p:cNvPr id="14" name="矩形 13"/>
            <p:cNvSpPr/>
            <p:nvPr/>
          </p:nvSpPr>
          <p:spPr>
            <a:xfrm>
              <a:off x="2239347" y="1909777"/>
              <a:ext cx="7483679" cy="1770063"/>
            </a:xfrm>
            <a:prstGeom prst="rect">
              <a:avLst/>
            </a:prstGeom>
            <a:solidFill>
              <a:srgbClr val="008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2239347" y="1943792"/>
              <a:ext cx="7483679" cy="1770063"/>
            </a:xfrm>
            <a:prstGeom prst="rect">
              <a:avLst/>
            </a:prstGeom>
            <a:solidFill>
              <a:srgbClr val="003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3032794" y="5077350"/>
            <a:ext cx="6054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en-US" altLang="zh-CN" sz="3200" b="1" spc="5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Thanks</a:t>
            </a:r>
            <a:endParaRPr lang="zh-CN" altLang="en-US" sz="3200" b="1" spc="5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4245957" y="324646"/>
            <a:ext cx="3627963" cy="3630084"/>
          </a:xfrm>
          <a:custGeom>
            <a:avLst/>
            <a:gdLst>
              <a:gd name="T0" fmla="*/ 844 w 1714"/>
              <a:gd name="T1" fmla="*/ 1715 h 1715"/>
              <a:gd name="T2" fmla="*/ 1714 w 1714"/>
              <a:gd name="T3" fmla="*/ 838 h 1715"/>
              <a:gd name="T4" fmla="*/ 871 w 1714"/>
              <a:gd name="T5" fmla="*/ 0 h 1715"/>
              <a:gd name="T6" fmla="*/ 0 w 1714"/>
              <a:gd name="T7" fmla="*/ 877 h 1715"/>
              <a:gd name="T8" fmla="*/ 844 w 1714"/>
              <a:gd name="T9" fmla="*/ 1715 h 1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14" h="1715">
                <a:moveTo>
                  <a:pt x="844" y="1715"/>
                </a:moveTo>
                <a:lnTo>
                  <a:pt x="1714" y="838"/>
                </a:lnTo>
                <a:lnTo>
                  <a:pt x="871" y="0"/>
                </a:lnTo>
                <a:lnTo>
                  <a:pt x="0" y="877"/>
                </a:lnTo>
                <a:lnTo>
                  <a:pt x="844" y="1715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913765"/>
            <a:endParaRPr lang="zh-CN" altLang="en-US">
              <a:solidFill>
                <a:prstClr val="black"/>
              </a:solidFill>
              <a:latin typeface="Calibri"/>
              <a:ea typeface="宋体" charset="-122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2397978" y="1285625"/>
            <a:ext cx="1761065" cy="1761067"/>
            <a:chOff x="1798483" y="964219"/>
            <a:chExt cx="1320799" cy="1320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5" name="Freeform 7"/>
            <p:cNvSpPr/>
            <p:nvPr/>
          </p:nvSpPr>
          <p:spPr bwMode="auto">
            <a:xfrm>
              <a:off x="1798483" y="964219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43" name="Group 95"/>
            <p:cNvGrpSpPr>
              <a:grpSpLocks noChangeAspect="1"/>
            </p:cNvGrpSpPr>
            <p:nvPr/>
          </p:nvGrpSpPr>
          <p:grpSpPr bwMode="auto">
            <a:xfrm>
              <a:off x="2226992" y="1353286"/>
              <a:ext cx="498761" cy="418053"/>
              <a:chOff x="516" y="908"/>
              <a:chExt cx="550" cy="461"/>
            </a:xfrm>
            <a:solidFill>
              <a:srgbClr val="003451"/>
            </a:solidFill>
          </p:grpSpPr>
          <p:sp>
            <p:nvSpPr>
              <p:cNvPr id="145" name="Rectangle 96"/>
              <p:cNvSpPr/>
              <p:nvPr/>
            </p:nvSpPr>
            <p:spPr bwMode="auto">
              <a:xfrm>
                <a:off x="923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6" name="Freeform 97"/>
              <p:cNvSpPr/>
              <p:nvPr/>
            </p:nvSpPr>
            <p:spPr bwMode="auto">
              <a:xfrm>
                <a:off x="516" y="908"/>
                <a:ext cx="550" cy="221"/>
              </a:xfrm>
              <a:custGeom>
                <a:avLst/>
                <a:gdLst>
                  <a:gd name="T0" fmla="*/ 223 w 230"/>
                  <a:gd name="T1" fmla="*/ 29 h 92"/>
                  <a:gd name="T2" fmla="*/ 164 w 230"/>
                  <a:gd name="T3" fmla="*/ 29 h 92"/>
                  <a:gd name="T4" fmla="*/ 164 w 230"/>
                  <a:gd name="T5" fmla="*/ 24 h 92"/>
                  <a:gd name="T6" fmla="*/ 160 w 230"/>
                  <a:gd name="T7" fmla="*/ 24 h 92"/>
                  <a:gd name="T8" fmla="*/ 160 w 230"/>
                  <a:gd name="T9" fmla="*/ 5 h 92"/>
                  <a:gd name="T10" fmla="*/ 154 w 230"/>
                  <a:gd name="T11" fmla="*/ 0 h 92"/>
                  <a:gd name="T12" fmla="*/ 75 w 230"/>
                  <a:gd name="T13" fmla="*/ 0 h 92"/>
                  <a:gd name="T14" fmla="*/ 70 w 230"/>
                  <a:gd name="T15" fmla="*/ 5 h 92"/>
                  <a:gd name="T16" fmla="*/ 70 w 230"/>
                  <a:gd name="T17" fmla="*/ 24 h 92"/>
                  <a:gd name="T18" fmla="*/ 65 w 230"/>
                  <a:gd name="T19" fmla="*/ 24 h 92"/>
                  <a:gd name="T20" fmla="*/ 65 w 230"/>
                  <a:gd name="T21" fmla="*/ 29 h 92"/>
                  <a:gd name="T22" fmla="*/ 7 w 230"/>
                  <a:gd name="T23" fmla="*/ 29 h 92"/>
                  <a:gd name="T24" fmla="*/ 0 w 230"/>
                  <a:gd name="T25" fmla="*/ 36 h 92"/>
                  <a:gd name="T26" fmla="*/ 0 w 230"/>
                  <a:gd name="T27" fmla="*/ 92 h 92"/>
                  <a:gd name="T28" fmla="*/ 230 w 230"/>
                  <a:gd name="T29" fmla="*/ 92 h 92"/>
                  <a:gd name="T30" fmla="*/ 230 w 230"/>
                  <a:gd name="T31" fmla="*/ 36 h 92"/>
                  <a:gd name="T32" fmla="*/ 223 w 230"/>
                  <a:gd name="T33" fmla="*/ 29 h 92"/>
                  <a:gd name="T34" fmla="*/ 149 w 230"/>
                  <a:gd name="T35" fmla="*/ 24 h 92"/>
                  <a:gd name="T36" fmla="*/ 147 w 230"/>
                  <a:gd name="T37" fmla="*/ 24 h 92"/>
                  <a:gd name="T38" fmla="*/ 147 w 230"/>
                  <a:gd name="T39" fmla="*/ 29 h 92"/>
                  <a:gd name="T40" fmla="*/ 83 w 230"/>
                  <a:gd name="T41" fmla="*/ 29 h 92"/>
                  <a:gd name="T42" fmla="*/ 83 w 230"/>
                  <a:gd name="T43" fmla="*/ 24 h 92"/>
                  <a:gd name="T44" fmla="*/ 81 w 230"/>
                  <a:gd name="T45" fmla="*/ 24 h 92"/>
                  <a:gd name="T46" fmla="*/ 81 w 230"/>
                  <a:gd name="T47" fmla="*/ 11 h 92"/>
                  <a:gd name="T48" fmla="*/ 149 w 230"/>
                  <a:gd name="T49" fmla="*/ 11 h 92"/>
                  <a:gd name="T50" fmla="*/ 149 w 230"/>
                  <a:gd name="T51" fmla="*/ 2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0" h="92">
                    <a:moveTo>
                      <a:pt x="223" y="29"/>
                    </a:moveTo>
                    <a:cubicBezTo>
                      <a:pt x="164" y="29"/>
                      <a:pt x="164" y="29"/>
                      <a:pt x="164" y="29"/>
                    </a:cubicBezTo>
                    <a:cubicBezTo>
                      <a:pt x="164" y="24"/>
                      <a:pt x="164" y="24"/>
                      <a:pt x="164" y="24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60" y="5"/>
                      <a:pt x="160" y="5"/>
                      <a:pt x="160" y="5"/>
                    </a:cubicBezTo>
                    <a:cubicBezTo>
                      <a:pt x="160" y="2"/>
                      <a:pt x="157" y="0"/>
                      <a:pt x="154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2" y="0"/>
                      <a:pt x="70" y="2"/>
                      <a:pt x="70" y="5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3" y="29"/>
                      <a:pt x="0" y="32"/>
                      <a:pt x="0" y="36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230" y="92"/>
                      <a:pt x="230" y="92"/>
                      <a:pt x="230" y="92"/>
                    </a:cubicBezTo>
                    <a:cubicBezTo>
                      <a:pt x="230" y="36"/>
                      <a:pt x="230" y="36"/>
                      <a:pt x="230" y="36"/>
                    </a:cubicBezTo>
                    <a:cubicBezTo>
                      <a:pt x="230" y="32"/>
                      <a:pt x="227" y="29"/>
                      <a:pt x="223" y="29"/>
                    </a:cubicBezTo>
                    <a:close/>
                    <a:moveTo>
                      <a:pt x="149" y="24"/>
                    </a:moveTo>
                    <a:cubicBezTo>
                      <a:pt x="147" y="24"/>
                      <a:pt x="147" y="24"/>
                      <a:pt x="147" y="24"/>
                    </a:cubicBezTo>
                    <a:cubicBezTo>
                      <a:pt x="147" y="29"/>
                      <a:pt x="147" y="29"/>
                      <a:pt x="147" y="29"/>
                    </a:cubicBezTo>
                    <a:cubicBezTo>
                      <a:pt x="83" y="29"/>
                      <a:pt x="83" y="29"/>
                      <a:pt x="83" y="29"/>
                    </a:cubicBezTo>
                    <a:cubicBezTo>
                      <a:pt x="83" y="24"/>
                      <a:pt x="83" y="24"/>
                      <a:pt x="83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149" y="11"/>
                      <a:pt x="149" y="11"/>
                      <a:pt x="149" y="11"/>
                    </a:cubicBezTo>
                    <a:lnTo>
                      <a:pt x="14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7" name="Freeform 98"/>
              <p:cNvSpPr/>
              <p:nvPr/>
            </p:nvSpPr>
            <p:spPr bwMode="auto">
              <a:xfrm>
                <a:off x="516" y="1146"/>
                <a:ext cx="550" cy="223"/>
              </a:xfrm>
              <a:custGeom>
                <a:avLst/>
                <a:gdLst>
                  <a:gd name="T0" fmla="*/ 199 w 230"/>
                  <a:gd name="T1" fmla="*/ 14 h 93"/>
                  <a:gd name="T2" fmla="*/ 198 w 230"/>
                  <a:gd name="T3" fmla="*/ 15 h 93"/>
                  <a:gd name="T4" fmla="*/ 168 w 230"/>
                  <a:gd name="T5" fmla="*/ 15 h 93"/>
                  <a:gd name="T6" fmla="*/ 166 w 230"/>
                  <a:gd name="T7" fmla="*/ 14 h 93"/>
                  <a:gd name="T8" fmla="*/ 166 w 230"/>
                  <a:gd name="T9" fmla="*/ 0 h 93"/>
                  <a:gd name="T10" fmla="*/ 64 w 230"/>
                  <a:gd name="T11" fmla="*/ 0 h 93"/>
                  <a:gd name="T12" fmla="*/ 64 w 230"/>
                  <a:gd name="T13" fmla="*/ 14 h 93"/>
                  <a:gd name="T14" fmla="*/ 62 w 230"/>
                  <a:gd name="T15" fmla="*/ 15 h 93"/>
                  <a:gd name="T16" fmla="*/ 32 w 230"/>
                  <a:gd name="T17" fmla="*/ 15 h 93"/>
                  <a:gd name="T18" fmla="*/ 30 w 230"/>
                  <a:gd name="T19" fmla="*/ 14 h 93"/>
                  <a:gd name="T20" fmla="*/ 30 w 230"/>
                  <a:gd name="T21" fmla="*/ 0 h 93"/>
                  <a:gd name="T22" fmla="*/ 0 w 230"/>
                  <a:gd name="T23" fmla="*/ 0 h 93"/>
                  <a:gd name="T24" fmla="*/ 0 w 230"/>
                  <a:gd name="T25" fmla="*/ 86 h 93"/>
                  <a:gd name="T26" fmla="*/ 7 w 230"/>
                  <a:gd name="T27" fmla="*/ 93 h 93"/>
                  <a:gd name="T28" fmla="*/ 223 w 230"/>
                  <a:gd name="T29" fmla="*/ 93 h 93"/>
                  <a:gd name="T30" fmla="*/ 230 w 230"/>
                  <a:gd name="T31" fmla="*/ 86 h 93"/>
                  <a:gd name="T32" fmla="*/ 230 w 230"/>
                  <a:gd name="T33" fmla="*/ 0 h 93"/>
                  <a:gd name="T34" fmla="*/ 199 w 230"/>
                  <a:gd name="T35" fmla="*/ 0 h 93"/>
                  <a:gd name="T36" fmla="*/ 199 w 230"/>
                  <a:gd name="T37" fmla="*/ 1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0" h="93">
                    <a:moveTo>
                      <a:pt x="199" y="14"/>
                    </a:moveTo>
                    <a:cubicBezTo>
                      <a:pt x="199" y="15"/>
                      <a:pt x="199" y="15"/>
                      <a:pt x="198" y="15"/>
                    </a:cubicBezTo>
                    <a:cubicBezTo>
                      <a:pt x="168" y="15"/>
                      <a:pt x="168" y="15"/>
                      <a:pt x="168" y="15"/>
                    </a:cubicBezTo>
                    <a:cubicBezTo>
                      <a:pt x="167" y="15"/>
                      <a:pt x="166" y="15"/>
                      <a:pt x="166" y="14"/>
                    </a:cubicBezTo>
                    <a:cubicBezTo>
                      <a:pt x="166" y="0"/>
                      <a:pt x="166" y="0"/>
                      <a:pt x="166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5"/>
                      <a:pt x="63" y="15"/>
                      <a:pt x="6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1" y="15"/>
                      <a:pt x="30" y="15"/>
                      <a:pt x="30" y="1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0"/>
                      <a:pt x="3" y="93"/>
                      <a:pt x="7" y="93"/>
                    </a:cubicBezTo>
                    <a:cubicBezTo>
                      <a:pt x="223" y="93"/>
                      <a:pt x="223" y="93"/>
                      <a:pt x="223" y="93"/>
                    </a:cubicBezTo>
                    <a:cubicBezTo>
                      <a:pt x="227" y="93"/>
                      <a:pt x="230" y="90"/>
                      <a:pt x="230" y="86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19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8" name="Rectangle 99"/>
              <p:cNvSpPr/>
              <p:nvPr/>
            </p:nvSpPr>
            <p:spPr bwMode="auto">
              <a:xfrm>
                <a:off x="598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5" name="组合 164"/>
          <p:cNvGrpSpPr/>
          <p:nvPr/>
        </p:nvGrpSpPr>
        <p:grpSpPr>
          <a:xfrm>
            <a:off x="7113653" y="322673"/>
            <a:ext cx="1761065" cy="1761067"/>
            <a:chOff x="5335239" y="24200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Freeform 10"/>
            <p:cNvSpPr/>
            <p:nvPr/>
          </p:nvSpPr>
          <p:spPr bwMode="auto">
            <a:xfrm>
              <a:off x="5335239" y="24200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00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50" name="Group 102"/>
            <p:cNvGrpSpPr>
              <a:grpSpLocks noChangeAspect="1"/>
            </p:cNvGrpSpPr>
            <p:nvPr/>
          </p:nvGrpSpPr>
          <p:grpSpPr bwMode="auto">
            <a:xfrm>
              <a:off x="5749567" y="644255"/>
              <a:ext cx="490554" cy="565815"/>
              <a:chOff x="4803" y="446"/>
              <a:chExt cx="541" cy="624"/>
            </a:xfrm>
            <a:solidFill>
              <a:srgbClr val="003451"/>
            </a:solidFill>
          </p:grpSpPr>
          <p:sp>
            <p:nvSpPr>
              <p:cNvPr id="152" name="Oval 103"/>
              <p:cNvSpPr/>
              <p:nvPr/>
            </p:nvSpPr>
            <p:spPr bwMode="auto">
              <a:xfrm>
                <a:off x="4939" y="766"/>
                <a:ext cx="259" cy="25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53" name="Freeform 104"/>
              <p:cNvSpPr/>
              <p:nvPr/>
            </p:nvSpPr>
            <p:spPr bwMode="auto">
              <a:xfrm>
                <a:off x="4803" y="446"/>
                <a:ext cx="541" cy="624"/>
              </a:xfrm>
              <a:custGeom>
                <a:avLst/>
                <a:gdLst>
                  <a:gd name="T0" fmla="*/ 120 w 226"/>
                  <a:gd name="T1" fmla="*/ 115 h 261"/>
                  <a:gd name="T2" fmla="*/ 120 w 226"/>
                  <a:gd name="T3" fmla="*/ 112 h 261"/>
                  <a:gd name="T4" fmla="*/ 175 w 226"/>
                  <a:gd name="T5" fmla="*/ 112 h 261"/>
                  <a:gd name="T6" fmla="*/ 175 w 226"/>
                  <a:gd name="T7" fmla="*/ 82 h 261"/>
                  <a:gd name="T8" fmla="*/ 163 w 226"/>
                  <a:gd name="T9" fmla="*/ 82 h 261"/>
                  <a:gd name="T10" fmla="*/ 226 w 226"/>
                  <a:gd name="T11" fmla="*/ 2 h 261"/>
                  <a:gd name="T12" fmla="*/ 225 w 226"/>
                  <a:gd name="T13" fmla="*/ 1 h 261"/>
                  <a:gd name="T14" fmla="*/ 147 w 226"/>
                  <a:gd name="T15" fmla="*/ 1 h 261"/>
                  <a:gd name="T16" fmla="*/ 117 w 226"/>
                  <a:gd name="T17" fmla="*/ 40 h 261"/>
                  <a:gd name="T18" fmla="*/ 150 w 226"/>
                  <a:gd name="T19" fmla="*/ 82 h 261"/>
                  <a:gd name="T20" fmla="*/ 148 w 226"/>
                  <a:gd name="T21" fmla="*/ 82 h 261"/>
                  <a:gd name="T22" fmla="*/ 83 w 226"/>
                  <a:gd name="T23" fmla="*/ 0 h 261"/>
                  <a:gd name="T24" fmla="*/ 3 w 226"/>
                  <a:gd name="T25" fmla="*/ 0 h 261"/>
                  <a:gd name="T26" fmla="*/ 0 w 226"/>
                  <a:gd name="T27" fmla="*/ 2 h 261"/>
                  <a:gd name="T28" fmla="*/ 63 w 226"/>
                  <a:gd name="T29" fmla="*/ 82 h 261"/>
                  <a:gd name="T30" fmla="*/ 47 w 226"/>
                  <a:gd name="T31" fmla="*/ 82 h 261"/>
                  <a:gd name="T32" fmla="*/ 47 w 226"/>
                  <a:gd name="T33" fmla="*/ 112 h 261"/>
                  <a:gd name="T34" fmla="*/ 102 w 226"/>
                  <a:gd name="T35" fmla="*/ 112 h 261"/>
                  <a:gd name="T36" fmla="*/ 102 w 226"/>
                  <a:gd name="T37" fmla="*/ 115 h 261"/>
                  <a:gd name="T38" fmla="*/ 37 w 226"/>
                  <a:gd name="T39" fmla="*/ 188 h 261"/>
                  <a:gd name="T40" fmla="*/ 111 w 226"/>
                  <a:gd name="T41" fmla="*/ 261 h 261"/>
                  <a:gd name="T42" fmla="*/ 184 w 226"/>
                  <a:gd name="T43" fmla="*/ 188 h 261"/>
                  <a:gd name="T44" fmla="*/ 120 w 226"/>
                  <a:gd name="T45" fmla="*/ 115 h 261"/>
                  <a:gd name="T46" fmla="*/ 55 w 226"/>
                  <a:gd name="T47" fmla="*/ 90 h 261"/>
                  <a:gd name="T48" fmla="*/ 70 w 226"/>
                  <a:gd name="T49" fmla="*/ 90 h 261"/>
                  <a:gd name="T50" fmla="*/ 74 w 226"/>
                  <a:gd name="T51" fmla="*/ 95 h 261"/>
                  <a:gd name="T52" fmla="*/ 158 w 226"/>
                  <a:gd name="T53" fmla="*/ 95 h 261"/>
                  <a:gd name="T54" fmla="*/ 154 w 226"/>
                  <a:gd name="T55" fmla="*/ 90 h 261"/>
                  <a:gd name="T56" fmla="*/ 167 w 226"/>
                  <a:gd name="T57" fmla="*/ 90 h 261"/>
                  <a:gd name="T58" fmla="*/ 167 w 226"/>
                  <a:gd name="T59" fmla="*/ 104 h 261"/>
                  <a:gd name="T60" fmla="*/ 55 w 226"/>
                  <a:gd name="T61" fmla="*/ 104 h 261"/>
                  <a:gd name="T62" fmla="*/ 55 w 226"/>
                  <a:gd name="T63" fmla="*/ 90 h 261"/>
                  <a:gd name="T64" fmla="*/ 111 w 226"/>
                  <a:gd name="T65" fmla="*/ 250 h 261"/>
                  <a:gd name="T66" fmla="*/ 48 w 226"/>
                  <a:gd name="T67" fmla="*/ 188 h 261"/>
                  <a:gd name="T68" fmla="*/ 111 w 226"/>
                  <a:gd name="T69" fmla="*/ 125 h 261"/>
                  <a:gd name="T70" fmla="*/ 173 w 226"/>
                  <a:gd name="T71" fmla="*/ 188 h 261"/>
                  <a:gd name="T72" fmla="*/ 111 w 226"/>
                  <a:gd name="T73" fmla="*/ 25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6" h="261">
                    <a:moveTo>
                      <a:pt x="120" y="115"/>
                    </a:moveTo>
                    <a:cubicBezTo>
                      <a:pt x="120" y="112"/>
                      <a:pt x="120" y="112"/>
                      <a:pt x="120" y="112"/>
                    </a:cubicBezTo>
                    <a:cubicBezTo>
                      <a:pt x="175" y="112"/>
                      <a:pt x="175" y="112"/>
                      <a:pt x="175" y="112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226" y="2"/>
                      <a:pt x="226" y="2"/>
                      <a:pt x="226" y="2"/>
                    </a:cubicBezTo>
                    <a:cubicBezTo>
                      <a:pt x="225" y="1"/>
                      <a:pt x="225" y="1"/>
                      <a:pt x="225" y="1"/>
                    </a:cubicBezTo>
                    <a:cubicBezTo>
                      <a:pt x="147" y="1"/>
                      <a:pt x="147" y="1"/>
                      <a:pt x="147" y="1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50" y="82"/>
                      <a:pt x="150" y="82"/>
                      <a:pt x="150" y="82"/>
                    </a:cubicBezTo>
                    <a:cubicBezTo>
                      <a:pt x="148" y="82"/>
                      <a:pt x="148" y="82"/>
                      <a:pt x="148" y="82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47" y="82"/>
                      <a:pt x="47" y="82"/>
                      <a:pt x="47" y="82"/>
                    </a:cubicBezTo>
                    <a:cubicBezTo>
                      <a:pt x="47" y="112"/>
                      <a:pt x="47" y="112"/>
                      <a:pt x="47" y="112"/>
                    </a:cubicBezTo>
                    <a:cubicBezTo>
                      <a:pt x="102" y="112"/>
                      <a:pt x="102" y="112"/>
                      <a:pt x="102" y="112"/>
                    </a:cubicBezTo>
                    <a:cubicBezTo>
                      <a:pt x="102" y="115"/>
                      <a:pt x="102" y="115"/>
                      <a:pt x="102" y="115"/>
                    </a:cubicBezTo>
                    <a:cubicBezTo>
                      <a:pt x="66" y="119"/>
                      <a:pt x="37" y="150"/>
                      <a:pt x="37" y="188"/>
                    </a:cubicBezTo>
                    <a:cubicBezTo>
                      <a:pt x="37" y="228"/>
                      <a:pt x="70" y="261"/>
                      <a:pt x="111" y="261"/>
                    </a:cubicBezTo>
                    <a:cubicBezTo>
                      <a:pt x="151" y="261"/>
                      <a:pt x="184" y="228"/>
                      <a:pt x="184" y="188"/>
                    </a:cubicBezTo>
                    <a:cubicBezTo>
                      <a:pt x="184" y="150"/>
                      <a:pt x="156" y="119"/>
                      <a:pt x="120" y="115"/>
                    </a:cubicBezTo>
                    <a:close/>
                    <a:moveTo>
                      <a:pt x="55" y="90"/>
                    </a:moveTo>
                    <a:cubicBezTo>
                      <a:pt x="70" y="90"/>
                      <a:pt x="70" y="90"/>
                      <a:pt x="70" y="90"/>
                    </a:cubicBezTo>
                    <a:cubicBezTo>
                      <a:pt x="74" y="95"/>
                      <a:pt x="74" y="95"/>
                      <a:pt x="74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4" y="90"/>
                      <a:pt x="154" y="90"/>
                      <a:pt x="154" y="90"/>
                    </a:cubicBezTo>
                    <a:cubicBezTo>
                      <a:pt x="167" y="90"/>
                      <a:pt x="167" y="90"/>
                      <a:pt x="167" y="90"/>
                    </a:cubicBezTo>
                    <a:cubicBezTo>
                      <a:pt x="167" y="104"/>
                      <a:pt x="167" y="104"/>
                      <a:pt x="167" y="104"/>
                    </a:cubicBezTo>
                    <a:cubicBezTo>
                      <a:pt x="55" y="104"/>
                      <a:pt x="55" y="104"/>
                      <a:pt x="55" y="104"/>
                    </a:cubicBezTo>
                    <a:lnTo>
                      <a:pt x="55" y="90"/>
                    </a:lnTo>
                    <a:close/>
                    <a:moveTo>
                      <a:pt x="111" y="250"/>
                    </a:moveTo>
                    <a:cubicBezTo>
                      <a:pt x="76" y="250"/>
                      <a:pt x="48" y="222"/>
                      <a:pt x="48" y="188"/>
                    </a:cubicBezTo>
                    <a:cubicBezTo>
                      <a:pt x="48" y="153"/>
                      <a:pt x="76" y="125"/>
                      <a:pt x="111" y="125"/>
                    </a:cubicBezTo>
                    <a:cubicBezTo>
                      <a:pt x="145" y="125"/>
                      <a:pt x="173" y="153"/>
                      <a:pt x="173" y="188"/>
                    </a:cubicBezTo>
                    <a:cubicBezTo>
                      <a:pt x="173" y="222"/>
                      <a:pt x="145" y="250"/>
                      <a:pt x="111" y="2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4" name="组合 163"/>
          <p:cNvGrpSpPr/>
          <p:nvPr/>
        </p:nvGrpSpPr>
        <p:grpSpPr>
          <a:xfrm>
            <a:off x="3366483" y="2215685"/>
            <a:ext cx="1758948" cy="1756833"/>
            <a:chOff x="2524862" y="1661763"/>
            <a:chExt cx="1319211" cy="13176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Freeform 6"/>
            <p:cNvSpPr/>
            <p:nvPr/>
          </p:nvSpPr>
          <p:spPr bwMode="auto">
            <a:xfrm>
              <a:off x="2524862" y="1661763"/>
              <a:ext cx="1319211" cy="1317625"/>
            </a:xfrm>
            <a:custGeom>
              <a:avLst/>
              <a:gdLst>
                <a:gd name="T0" fmla="*/ 413 w 831"/>
                <a:gd name="T1" fmla="*/ 830 h 830"/>
                <a:gd name="T2" fmla="*/ 831 w 831"/>
                <a:gd name="T3" fmla="*/ 412 h 830"/>
                <a:gd name="T4" fmla="*/ 419 w 831"/>
                <a:gd name="T5" fmla="*/ 0 h 830"/>
                <a:gd name="T6" fmla="*/ 0 w 831"/>
                <a:gd name="T7" fmla="*/ 419 h 830"/>
                <a:gd name="T8" fmla="*/ 413 w 831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1" h="830">
                  <a:moveTo>
                    <a:pt x="413" y="830"/>
                  </a:moveTo>
                  <a:lnTo>
                    <a:pt x="831" y="412"/>
                  </a:lnTo>
                  <a:lnTo>
                    <a:pt x="419" y="0"/>
                  </a:lnTo>
                  <a:lnTo>
                    <a:pt x="0" y="419"/>
                  </a:lnTo>
                  <a:lnTo>
                    <a:pt x="413" y="830"/>
                  </a:lnTo>
                  <a:close/>
                </a:path>
              </a:pathLst>
            </a:custGeom>
            <a:solidFill>
              <a:srgbClr val="D4D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57" name="Freeform 108"/>
            <p:cNvSpPr/>
            <p:nvPr/>
          </p:nvSpPr>
          <p:spPr bwMode="auto">
            <a:xfrm>
              <a:off x="2945238" y="2045135"/>
              <a:ext cx="478458" cy="582567"/>
            </a:xfrm>
            <a:custGeom>
              <a:avLst/>
              <a:gdLst>
                <a:gd name="T0" fmla="*/ 178 w 180"/>
                <a:gd name="T1" fmla="*/ 8 h 220"/>
                <a:gd name="T2" fmla="*/ 150 w 180"/>
                <a:gd name="T3" fmla="*/ 5 h 220"/>
                <a:gd name="T4" fmla="*/ 140 w 180"/>
                <a:gd name="T5" fmla="*/ 5 h 220"/>
                <a:gd name="T6" fmla="*/ 41 w 180"/>
                <a:gd name="T7" fmla="*/ 0 h 220"/>
                <a:gd name="T8" fmla="*/ 30 w 180"/>
                <a:gd name="T9" fmla="*/ 5 h 220"/>
                <a:gd name="T10" fmla="*/ 6 w 180"/>
                <a:gd name="T11" fmla="*/ 5 h 220"/>
                <a:gd name="T12" fmla="*/ 0 w 180"/>
                <a:gd name="T13" fmla="*/ 34 h 220"/>
                <a:gd name="T14" fmla="*/ 41 w 180"/>
                <a:gd name="T15" fmla="*/ 69 h 220"/>
                <a:gd name="T16" fmla="*/ 30 w 180"/>
                <a:gd name="T17" fmla="*/ 67 h 220"/>
                <a:gd name="T18" fmla="*/ 36 w 180"/>
                <a:gd name="T19" fmla="*/ 79 h 220"/>
                <a:gd name="T20" fmla="*/ 41 w 180"/>
                <a:gd name="T21" fmla="*/ 78 h 220"/>
                <a:gd name="T22" fmla="*/ 35 w 180"/>
                <a:gd name="T23" fmla="*/ 106 h 220"/>
                <a:gd name="T24" fmla="*/ 73 w 180"/>
                <a:gd name="T25" fmla="*/ 123 h 220"/>
                <a:gd name="T26" fmla="*/ 84 w 180"/>
                <a:gd name="T27" fmla="*/ 136 h 220"/>
                <a:gd name="T28" fmla="*/ 69 w 180"/>
                <a:gd name="T29" fmla="*/ 185 h 220"/>
                <a:gd name="T30" fmla="*/ 62 w 180"/>
                <a:gd name="T31" fmla="*/ 197 h 220"/>
                <a:gd name="T32" fmla="*/ 44 w 180"/>
                <a:gd name="T33" fmla="*/ 209 h 220"/>
                <a:gd name="T34" fmla="*/ 136 w 180"/>
                <a:gd name="T35" fmla="*/ 220 h 220"/>
                <a:gd name="T36" fmla="*/ 119 w 180"/>
                <a:gd name="T37" fmla="*/ 202 h 220"/>
                <a:gd name="T38" fmla="*/ 112 w 180"/>
                <a:gd name="T39" fmla="*/ 197 h 220"/>
                <a:gd name="T40" fmla="*/ 103 w 180"/>
                <a:gd name="T41" fmla="*/ 185 h 220"/>
                <a:gd name="T42" fmla="*/ 108 w 180"/>
                <a:gd name="T43" fmla="*/ 125 h 220"/>
                <a:gd name="T44" fmla="*/ 100 w 180"/>
                <a:gd name="T45" fmla="*/ 123 h 220"/>
                <a:gd name="T46" fmla="*/ 139 w 180"/>
                <a:gd name="T47" fmla="*/ 78 h 220"/>
                <a:gd name="T48" fmla="*/ 142 w 180"/>
                <a:gd name="T49" fmla="*/ 79 h 220"/>
                <a:gd name="T50" fmla="*/ 155 w 180"/>
                <a:gd name="T51" fmla="*/ 72 h 220"/>
                <a:gd name="T52" fmla="*/ 143 w 180"/>
                <a:gd name="T53" fmla="*/ 72 h 220"/>
                <a:gd name="T54" fmla="*/ 179 w 180"/>
                <a:gd name="T55" fmla="*/ 36 h 220"/>
                <a:gd name="T56" fmla="*/ 7 w 180"/>
                <a:gd name="T57" fmla="*/ 33 h 220"/>
                <a:gd name="T58" fmla="*/ 30 w 180"/>
                <a:gd name="T59" fmla="*/ 12 h 220"/>
                <a:gd name="T60" fmla="*/ 41 w 180"/>
                <a:gd name="T61" fmla="*/ 12 h 220"/>
                <a:gd name="T62" fmla="*/ 46 w 180"/>
                <a:gd name="T63" fmla="*/ 15 h 220"/>
                <a:gd name="T64" fmla="*/ 7 w 180"/>
                <a:gd name="T65" fmla="*/ 33 h 220"/>
                <a:gd name="T66" fmla="*/ 53 w 180"/>
                <a:gd name="T67" fmla="*/ 14 h 220"/>
                <a:gd name="T68" fmla="*/ 48 w 180"/>
                <a:gd name="T69" fmla="*/ 2 h 220"/>
                <a:gd name="T70" fmla="*/ 65 w 180"/>
                <a:gd name="T71" fmla="*/ 14 h 220"/>
                <a:gd name="T72" fmla="*/ 61 w 180"/>
                <a:gd name="T73" fmla="*/ 92 h 220"/>
                <a:gd name="T74" fmla="*/ 43 w 180"/>
                <a:gd name="T75" fmla="*/ 92 h 220"/>
                <a:gd name="T76" fmla="*/ 134 w 180"/>
                <a:gd name="T77" fmla="*/ 15 h 220"/>
                <a:gd name="T78" fmla="*/ 140 w 180"/>
                <a:gd name="T79" fmla="*/ 12 h 220"/>
                <a:gd name="T80" fmla="*/ 150 w 180"/>
                <a:gd name="T81" fmla="*/ 12 h 220"/>
                <a:gd name="T82" fmla="*/ 173 w 180"/>
                <a:gd name="T83" fmla="*/ 3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0" h="220">
                  <a:moveTo>
                    <a:pt x="180" y="34"/>
                  </a:moveTo>
                  <a:cubicBezTo>
                    <a:pt x="178" y="8"/>
                    <a:pt x="178" y="8"/>
                    <a:pt x="178" y="8"/>
                  </a:cubicBezTo>
                  <a:cubicBezTo>
                    <a:pt x="178" y="6"/>
                    <a:pt x="177" y="5"/>
                    <a:pt x="175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4" y="5"/>
                    <a:pt x="2" y="6"/>
                    <a:pt x="2" y="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1" y="3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7" y="79"/>
                    <a:pt x="38" y="79"/>
                    <a:pt x="38" y="79"/>
                  </a:cubicBezTo>
                  <a:cubicBezTo>
                    <a:pt x="39" y="79"/>
                    <a:pt x="40" y="79"/>
                    <a:pt x="41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87"/>
                    <a:pt x="38" y="96"/>
                    <a:pt x="35" y="106"/>
                  </a:cubicBezTo>
                  <a:cubicBezTo>
                    <a:pt x="50" y="115"/>
                    <a:pt x="66" y="121"/>
                    <a:pt x="81" y="12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3" y="124"/>
                    <a:pt x="73" y="124"/>
                    <a:pt x="73" y="125"/>
                  </a:cubicBezTo>
                  <a:cubicBezTo>
                    <a:pt x="73" y="130"/>
                    <a:pt x="78" y="135"/>
                    <a:pt x="84" y="136"/>
                  </a:cubicBezTo>
                  <a:cubicBezTo>
                    <a:pt x="83" y="153"/>
                    <a:pt x="80" y="169"/>
                    <a:pt x="78" y="185"/>
                  </a:cubicBezTo>
                  <a:cubicBezTo>
                    <a:pt x="69" y="185"/>
                    <a:pt x="69" y="185"/>
                    <a:pt x="69" y="185"/>
                  </a:cubicBezTo>
                  <a:cubicBezTo>
                    <a:pt x="69" y="197"/>
                    <a:pt x="69" y="197"/>
                    <a:pt x="69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56" y="204"/>
                    <a:pt x="50" y="206"/>
                    <a:pt x="44" y="209"/>
                  </a:cubicBezTo>
                  <a:cubicBezTo>
                    <a:pt x="44" y="212"/>
                    <a:pt x="44" y="216"/>
                    <a:pt x="44" y="220"/>
                  </a:cubicBezTo>
                  <a:cubicBezTo>
                    <a:pt x="75" y="220"/>
                    <a:pt x="106" y="220"/>
                    <a:pt x="136" y="220"/>
                  </a:cubicBezTo>
                  <a:cubicBezTo>
                    <a:pt x="136" y="216"/>
                    <a:pt x="136" y="212"/>
                    <a:pt x="136" y="209"/>
                  </a:cubicBezTo>
                  <a:cubicBezTo>
                    <a:pt x="131" y="206"/>
                    <a:pt x="125" y="204"/>
                    <a:pt x="119" y="202"/>
                  </a:cubicBezTo>
                  <a:cubicBezTo>
                    <a:pt x="119" y="197"/>
                    <a:pt x="119" y="197"/>
                    <a:pt x="119" y="197"/>
                  </a:cubicBezTo>
                  <a:cubicBezTo>
                    <a:pt x="112" y="197"/>
                    <a:pt x="112" y="197"/>
                    <a:pt x="112" y="197"/>
                  </a:cubicBezTo>
                  <a:cubicBezTo>
                    <a:pt x="112" y="185"/>
                    <a:pt x="112" y="185"/>
                    <a:pt x="112" y="185"/>
                  </a:cubicBezTo>
                  <a:cubicBezTo>
                    <a:pt x="103" y="185"/>
                    <a:pt x="103" y="185"/>
                    <a:pt x="103" y="185"/>
                  </a:cubicBezTo>
                  <a:cubicBezTo>
                    <a:pt x="101" y="169"/>
                    <a:pt x="98" y="153"/>
                    <a:pt x="96" y="136"/>
                  </a:cubicBezTo>
                  <a:cubicBezTo>
                    <a:pt x="103" y="135"/>
                    <a:pt x="108" y="130"/>
                    <a:pt x="108" y="125"/>
                  </a:cubicBezTo>
                  <a:cubicBezTo>
                    <a:pt x="108" y="124"/>
                    <a:pt x="108" y="124"/>
                    <a:pt x="108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15" y="121"/>
                    <a:pt x="130" y="115"/>
                    <a:pt x="145" y="106"/>
                  </a:cubicBezTo>
                  <a:cubicBezTo>
                    <a:pt x="143" y="96"/>
                    <a:pt x="141" y="87"/>
                    <a:pt x="139" y="78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40" y="79"/>
                    <a:pt x="141" y="79"/>
                    <a:pt x="142" y="79"/>
                  </a:cubicBezTo>
                  <a:cubicBezTo>
                    <a:pt x="143" y="79"/>
                    <a:pt x="144" y="79"/>
                    <a:pt x="144" y="79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43" y="72"/>
                    <a:pt x="143" y="72"/>
                    <a:pt x="143" y="72"/>
                  </a:cubicBezTo>
                  <a:cubicBezTo>
                    <a:pt x="140" y="69"/>
                    <a:pt x="140" y="69"/>
                    <a:pt x="140" y="69"/>
                  </a:cubicBezTo>
                  <a:cubicBezTo>
                    <a:pt x="179" y="36"/>
                    <a:pt x="179" y="36"/>
                    <a:pt x="179" y="36"/>
                  </a:cubicBezTo>
                  <a:cubicBezTo>
                    <a:pt x="180" y="36"/>
                    <a:pt x="180" y="35"/>
                    <a:pt x="180" y="34"/>
                  </a:cubicBezTo>
                  <a:close/>
                  <a:moveTo>
                    <a:pt x="7" y="33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7" y="30"/>
                    <a:pt x="46" y="46"/>
                    <a:pt x="44" y="62"/>
                  </a:cubicBezTo>
                  <a:lnTo>
                    <a:pt x="7" y="33"/>
                  </a:lnTo>
                  <a:close/>
                  <a:moveTo>
                    <a:pt x="43" y="92"/>
                  </a:moveTo>
                  <a:cubicBezTo>
                    <a:pt x="50" y="66"/>
                    <a:pt x="53" y="40"/>
                    <a:pt x="53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1" y="40"/>
                    <a:pt x="67" y="66"/>
                    <a:pt x="61" y="92"/>
                  </a:cubicBezTo>
                  <a:cubicBezTo>
                    <a:pt x="73" y="100"/>
                    <a:pt x="86" y="105"/>
                    <a:pt x="99" y="107"/>
                  </a:cubicBezTo>
                  <a:cubicBezTo>
                    <a:pt x="80" y="109"/>
                    <a:pt x="62" y="104"/>
                    <a:pt x="43" y="92"/>
                  </a:cubicBezTo>
                  <a:close/>
                  <a:moveTo>
                    <a:pt x="137" y="62"/>
                  </a:moveTo>
                  <a:cubicBezTo>
                    <a:pt x="135" y="46"/>
                    <a:pt x="134" y="30"/>
                    <a:pt x="134" y="15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71" y="11"/>
                    <a:pt x="171" y="11"/>
                    <a:pt x="171" y="11"/>
                  </a:cubicBezTo>
                  <a:cubicBezTo>
                    <a:pt x="173" y="33"/>
                    <a:pt x="173" y="33"/>
                    <a:pt x="173" y="33"/>
                  </a:cubicBezTo>
                  <a:lnTo>
                    <a:pt x="137" y="62"/>
                  </a:ln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032960" y="1230313"/>
            <a:ext cx="1761065" cy="1761067"/>
            <a:chOff x="6024719" y="92273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eform 7"/>
            <p:cNvSpPr/>
            <p:nvPr/>
          </p:nvSpPr>
          <p:spPr bwMode="auto">
            <a:xfrm>
              <a:off x="6024719" y="92273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61" name="Freeform 112"/>
            <p:cNvSpPr/>
            <p:nvPr/>
          </p:nvSpPr>
          <p:spPr bwMode="auto">
            <a:xfrm>
              <a:off x="6385840" y="1334022"/>
              <a:ext cx="595811" cy="410972"/>
            </a:xfrm>
            <a:custGeom>
              <a:avLst/>
              <a:gdLst>
                <a:gd name="T0" fmla="*/ 37 w 253"/>
                <a:gd name="T1" fmla="*/ 0 h 174"/>
                <a:gd name="T2" fmla="*/ 0 w 253"/>
                <a:gd name="T3" fmla="*/ 171 h 174"/>
                <a:gd name="T4" fmla="*/ 214 w 253"/>
                <a:gd name="T5" fmla="*/ 128 h 174"/>
                <a:gd name="T6" fmla="*/ 216 w 253"/>
                <a:gd name="T7" fmla="*/ 126 h 174"/>
                <a:gd name="T8" fmla="*/ 182 w 253"/>
                <a:gd name="T9" fmla="*/ 134 h 174"/>
                <a:gd name="T10" fmla="*/ 189 w 253"/>
                <a:gd name="T11" fmla="*/ 123 h 174"/>
                <a:gd name="T12" fmla="*/ 199 w 253"/>
                <a:gd name="T13" fmla="*/ 122 h 174"/>
                <a:gd name="T14" fmla="*/ 196 w 253"/>
                <a:gd name="T15" fmla="*/ 129 h 174"/>
                <a:gd name="T16" fmla="*/ 194 w 253"/>
                <a:gd name="T17" fmla="*/ 130 h 174"/>
                <a:gd name="T18" fmla="*/ 37 w 253"/>
                <a:gd name="T19" fmla="*/ 111 h 174"/>
                <a:gd name="T20" fmla="*/ 169 w 253"/>
                <a:gd name="T21" fmla="*/ 122 h 174"/>
                <a:gd name="T22" fmla="*/ 153 w 253"/>
                <a:gd name="T23" fmla="*/ 141 h 174"/>
                <a:gd name="T24" fmla="*/ 141 w 253"/>
                <a:gd name="T25" fmla="*/ 123 h 174"/>
                <a:gd name="T26" fmla="*/ 141 w 253"/>
                <a:gd name="T27" fmla="*/ 126 h 174"/>
                <a:gd name="T28" fmla="*/ 142 w 253"/>
                <a:gd name="T29" fmla="*/ 148 h 174"/>
                <a:gd name="T30" fmla="*/ 164 w 253"/>
                <a:gd name="T31" fmla="*/ 126 h 174"/>
                <a:gd name="T32" fmla="*/ 139 w 253"/>
                <a:gd name="T33" fmla="*/ 145 h 174"/>
                <a:gd name="T34" fmla="*/ 128 w 253"/>
                <a:gd name="T35" fmla="*/ 126 h 174"/>
                <a:gd name="T36" fmla="*/ 130 w 253"/>
                <a:gd name="T37" fmla="*/ 128 h 174"/>
                <a:gd name="T38" fmla="*/ 59 w 253"/>
                <a:gd name="T39" fmla="*/ 129 h 174"/>
                <a:gd name="T40" fmla="*/ 47 w 253"/>
                <a:gd name="T41" fmla="*/ 142 h 174"/>
                <a:gd name="T42" fmla="*/ 41 w 253"/>
                <a:gd name="T43" fmla="*/ 128 h 174"/>
                <a:gd name="T44" fmla="*/ 47 w 253"/>
                <a:gd name="T45" fmla="*/ 128 h 174"/>
                <a:gd name="T46" fmla="*/ 60 w 253"/>
                <a:gd name="T47" fmla="*/ 128 h 174"/>
                <a:gd name="T48" fmla="*/ 70 w 253"/>
                <a:gd name="T49" fmla="*/ 141 h 174"/>
                <a:gd name="T50" fmla="*/ 62 w 253"/>
                <a:gd name="T51" fmla="*/ 134 h 174"/>
                <a:gd name="T52" fmla="*/ 65 w 253"/>
                <a:gd name="T53" fmla="*/ 126 h 174"/>
                <a:gd name="T54" fmla="*/ 66 w 253"/>
                <a:gd name="T55" fmla="*/ 128 h 174"/>
                <a:gd name="T56" fmla="*/ 81 w 253"/>
                <a:gd name="T57" fmla="*/ 142 h 174"/>
                <a:gd name="T58" fmla="*/ 76 w 253"/>
                <a:gd name="T59" fmla="*/ 130 h 174"/>
                <a:gd name="T60" fmla="*/ 78 w 253"/>
                <a:gd name="T61" fmla="*/ 123 h 174"/>
                <a:gd name="T62" fmla="*/ 77 w 253"/>
                <a:gd name="T63" fmla="*/ 126 h 174"/>
                <a:gd name="T64" fmla="*/ 88 w 253"/>
                <a:gd name="T65" fmla="*/ 142 h 174"/>
                <a:gd name="T66" fmla="*/ 92 w 253"/>
                <a:gd name="T67" fmla="*/ 129 h 174"/>
                <a:gd name="T68" fmla="*/ 90 w 253"/>
                <a:gd name="T69" fmla="*/ 126 h 174"/>
                <a:gd name="T70" fmla="*/ 101 w 253"/>
                <a:gd name="T71" fmla="*/ 138 h 174"/>
                <a:gd name="T72" fmla="*/ 100 w 253"/>
                <a:gd name="T73" fmla="*/ 141 h 174"/>
                <a:gd name="T74" fmla="*/ 110 w 253"/>
                <a:gd name="T75" fmla="*/ 129 h 174"/>
                <a:gd name="T76" fmla="*/ 103 w 253"/>
                <a:gd name="T77" fmla="*/ 123 h 174"/>
                <a:gd name="T78" fmla="*/ 116 w 253"/>
                <a:gd name="T79" fmla="*/ 144 h 174"/>
                <a:gd name="T80" fmla="*/ 113 w 253"/>
                <a:gd name="T81" fmla="*/ 145 h 174"/>
                <a:gd name="T82" fmla="*/ 125 w 253"/>
                <a:gd name="T83" fmla="*/ 138 h 174"/>
                <a:gd name="T84" fmla="*/ 117 w 253"/>
                <a:gd name="T85" fmla="*/ 129 h 174"/>
                <a:gd name="T86" fmla="*/ 115 w 253"/>
                <a:gd name="T87" fmla="*/ 126 h 174"/>
                <a:gd name="T88" fmla="*/ 35 w 253"/>
                <a:gd name="T89" fmla="*/ 134 h 174"/>
                <a:gd name="T90" fmla="*/ 37 w 253"/>
                <a:gd name="T91" fmla="*/ 135 h 174"/>
                <a:gd name="T92" fmla="*/ 43 w 253"/>
                <a:gd name="T93" fmla="*/ 141 h 174"/>
                <a:gd name="T94" fmla="*/ 29 w 253"/>
                <a:gd name="T95" fmla="*/ 150 h 174"/>
                <a:gd name="T96" fmla="*/ 43 w 253"/>
                <a:gd name="T97" fmla="*/ 145 h 174"/>
                <a:gd name="T98" fmla="*/ 42 w 253"/>
                <a:gd name="T99" fmla="*/ 148 h 174"/>
                <a:gd name="T100" fmla="*/ 159 w 253"/>
                <a:gd name="T101" fmla="*/ 150 h 174"/>
                <a:gd name="T102" fmla="*/ 166 w 253"/>
                <a:gd name="T103" fmla="*/ 150 h 174"/>
                <a:gd name="T104" fmla="*/ 177 w 253"/>
                <a:gd name="T105" fmla="*/ 135 h 174"/>
                <a:gd name="T106" fmla="*/ 180 w 253"/>
                <a:gd name="T107" fmla="*/ 138 h 174"/>
                <a:gd name="T108" fmla="*/ 171 w 253"/>
                <a:gd name="T109" fmla="*/ 148 h 174"/>
                <a:gd name="T110" fmla="*/ 184 w 253"/>
                <a:gd name="T111" fmla="*/ 141 h 174"/>
                <a:gd name="T112" fmla="*/ 186 w 253"/>
                <a:gd name="T113" fmla="*/ 142 h 174"/>
                <a:gd name="T114" fmla="*/ 193 w 253"/>
                <a:gd name="T115" fmla="*/ 144 h 174"/>
                <a:gd name="T116" fmla="*/ 205 w 253"/>
                <a:gd name="T117" fmla="*/ 137 h 174"/>
                <a:gd name="T118" fmla="*/ 203 w 253"/>
                <a:gd name="T119" fmla="*/ 150 h 174"/>
                <a:gd name="T120" fmla="*/ 210 w 253"/>
                <a:gd name="T121" fmla="*/ 150 h 174"/>
                <a:gd name="T122" fmla="*/ 221 w 253"/>
                <a:gd name="T123" fmla="*/ 142 h 174"/>
                <a:gd name="T124" fmla="*/ 215 w 253"/>
                <a:gd name="T125" fmla="*/ 14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3" h="174">
                  <a:moveTo>
                    <a:pt x="252" y="165"/>
                  </a:moveTo>
                  <a:cubicBezTo>
                    <a:pt x="235" y="139"/>
                    <a:pt x="235" y="139"/>
                    <a:pt x="235" y="139"/>
                  </a:cubicBezTo>
                  <a:cubicBezTo>
                    <a:pt x="221" y="117"/>
                    <a:pt x="221" y="117"/>
                    <a:pt x="221" y="117"/>
                  </a:cubicBezTo>
                  <a:cubicBezTo>
                    <a:pt x="222" y="116"/>
                    <a:pt x="223" y="114"/>
                    <a:pt x="223" y="112"/>
                  </a:cubicBezTo>
                  <a:cubicBezTo>
                    <a:pt x="223" y="7"/>
                    <a:pt x="223" y="7"/>
                    <a:pt x="223" y="7"/>
                  </a:cubicBezTo>
                  <a:cubicBezTo>
                    <a:pt x="223" y="3"/>
                    <a:pt x="219" y="0"/>
                    <a:pt x="215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3" y="0"/>
                    <a:pt x="30" y="3"/>
                    <a:pt x="30" y="7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30" y="114"/>
                    <a:pt x="30" y="115"/>
                    <a:pt x="31" y="117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166"/>
                    <a:pt x="0" y="167"/>
                    <a:pt x="0" y="167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3"/>
                    <a:pt x="1" y="174"/>
                    <a:pt x="3" y="174"/>
                  </a:cubicBezTo>
                  <a:cubicBezTo>
                    <a:pt x="249" y="174"/>
                    <a:pt x="249" y="174"/>
                    <a:pt x="249" y="174"/>
                  </a:cubicBezTo>
                  <a:cubicBezTo>
                    <a:pt x="251" y="174"/>
                    <a:pt x="253" y="173"/>
                    <a:pt x="253" y="171"/>
                  </a:cubicBezTo>
                  <a:cubicBezTo>
                    <a:pt x="253" y="167"/>
                    <a:pt x="253" y="167"/>
                    <a:pt x="253" y="167"/>
                  </a:cubicBezTo>
                  <a:cubicBezTo>
                    <a:pt x="253" y="166"/>
                    <a:pt x="252" y="165"/>
                    <a:pt x="252" y="165"/>
                  </a:cubicBezTo>
                  <a:close/>
                  <a:moveTo>
                    <a:pt x="216" y="126"/>
                  </a:moveTo>
                  <a:cubicBezTo>
                    <a:pt x="216" y="127"/>
                    <a:pt x="215" y="128"/>
                    <a:pt x="214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7" y="128"/>
                    <a:pt x="206" y="127"/>
                    <a:pt x="205" y="126"/>
                  </a:cubicBezTo>
                  <a:cubicBezTo>
                    <a:pt x="204" y="123"/>
                    <a:pt x="204" y="123"/>
                    <a:pt x="204" y="123"/>
                  </a:cubicBezTo>
                  <a:cubicBezTo>
                    <a:pt x="204" y="123"/>
                    <a:pt x="205" y="122"/>
                    <a:pt x="206" y="122"/>
                  </a:cubicBezTo>
                  <a:cubicBezTo>
                    <a:pt x="212" y="122"/>
                    <a:pt x="212" y="122"/>
                    <a:pt x="212" y="122"/>
                  </a:cubicBezTo>
                  <a:cubicBezTo>
                    <a:pt x="213" y="122"/>
                    <a:pt x="214" y="123"/>
                    <a:pt x="214" y="123"/>
                  </a:cubicBezTo>
                  <a:lnTo>
                    <a:pt x="216" y="126"/>
                  </a:lnTo>
                  <a:close/>
                  <a:moveTo>
                    <a:pt x="183" y="129"/>
                  </a:moveTo>
                  <a:cubicBezTo>
                    <a:pt x="189" y="129"/>
                    <a:pt x="189" y="129"/>
                    <a:pt x="189" y="129"/>
                  </a:cubicBezTo>
                  <a:cubicBezTo>
                    <a:pt x="190" y="129"/>
                    <a:pt x="191" y="130"/>
                    <a:pt x="192" y="130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2" y="135"/>
                    <a:pt x="191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3" y="135"/>
                    <a:pt x="182" y="134"/>
                    <a:pt x="182" y="134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1" y="130"/>
                    <a:pt x="182" y="129"/>
                    <a:pt x="183" y="129"/>
                  </a:cubicBezTo>
                  <a:close/>
                  <a:moveTo>
                    <a:pt x="180" y="126"/>
                  </a:moveTo>
                  <a:cubicBezTo>
                    <a:pt x="179" y="123"/>
                    <a:pt x="179" y="123"/>
                    <a:pt x="179" y="123"/>
                  </a:cubicBezTo>
                  <a:cubicBezTo>
                    <a:pt x="179" y="123"/>
                    <a:pt x="180" y="122"/>
                    <a:pt x="181" y="122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8" y="122"/>
                    <a:pt x="189" y="123"/>
                    <a:pt x="189" y="123"/>
                  </a:cubicBezTo>
                  <a:cubicBezTo>
                    <a:pt x="190" y="126"/>
                    <a:pt x="190" y="126"/>
                    <a:pt x="190" y="126"/>
                  </a:cubicBezTo>
                  <a:cubicBezTo>
                    <a:pt x="191" y="127"/>
                    <a:pt x="190" y="128"/>
                    <a:pt x="189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1" y="128"/>
                    <a:pt x="180" y="127"/>
                    <a:pt x="180" y="126"/>
                  </a:cubicBezTo>
                  <a:close/>
                  <a:moveTo>
                    <a:pt x="192" y="123"/>
                  </a:moveTo>
                  <a:cubicBezTo>
                    <a:pt x="191" y="123"/>
                    <a:pt x="192" y="122"/>
                    <a:pt x="193" y="122"/>
                  </a:cubicBezTo>
                  <a:cubicBezTo>
                    <a:pt x="199" y="122"/>
                    <a:pt x="199" y="122"/>
                    <a:pt x="199" y="122"/>
                  </a:cubicBezTo>
                  <a:cubicBezTo>
                    <a:pt x="200" y="122"/>
                    <a:pt x="201" y="123"/>
                    <a:pt x="202" y="123"/>
                  </a:cubicBezTo>
                  <a:cubicBezTo>
                    <a:pt x="203" y="126"/>
                    <a:pt x="203" y="126"/>
                    <a:pt x="203" y="126"/>
                  </a:cubicBezTo>
                  <a:cubicBezTo>
                    <a:pt x="203" y="127"/>
                    <a:pt x="203" y="128"/>
                    <a:pt x="201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3" y="127"/>
                    <a:pt x="193" y="126"/>
                  </a:cubicBezTo>
                  <a:lnTo>
                    <a:pt x="192" y="123"/>
                  </a:lnTo>
                  <a:close/>
                  <a:moveTo>
                    <a:pt x="196" y="129"/>
                  </a:moveTo>
                  <a:cubicBezTo>
                    <a:pt x="202" y="129"/>
                    <a:pt x="202" y="129"/>
                    <a:pt x="202" y="129"/>
                  </a:cubicBezTo>
                  <a:cubicBezTo>
                    <a:pt x="203" y="129"/>
                    <a:pt x="204" y="130"/>
                    <a:pt x="205" y="130"/>
                  </a:cubicBezTo>
                  <a:cubicBezTo>
                    <a:pt x="206" y="134"/>
                    <a:pt x="206" y="134"/>
                    <a:pt x="206" y="134"/>
                  </a:cubicBezTo>
                  <a:cubicBezTo>
                    <a:pt x="206" y="134"/>
                    <a:pt x="205" y="135"/>
                    <a:pt x="204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5" y="134"/>
                    <a:pt x="195" y="134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0"/>
                    <a:pt x="195" y="129"/>
                    <a:pt x="196" y="129"/>
                  </a:cubicBezTo>
                  <a:close/>
                  <a:moveTo>
                    <a:pt x="37" y="110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215" y="7"/>
                    <a:pt x="215" y="7"/>
                    <a:pt x="215" y="7"/>
                  </a:cubicBezTo>
                  <a:cubicBezTo>
                    <a:pt x="215" y="110"/>
                    <a:pt x="215" y="110"/>
                    <a:pt x="215" y="110"/>
                  </a:cubicBezTo>
                  <a:cubicBezTo>
                    <a:pt x="215" y="111"/>
                    <a:pt x="215" y="111"/>
                    <a:pt x="215" y="111"/>
                  </a:cubicBezTo>
                  <a:cubicBezTo>
                    <a:pt x="37" y="111"/>
                    <a:pt x="37" y="111"/>
                    <a:pt x="37" y="111"/>
                  </a:cubicBezTo>
                  <a:lnTo>
                    <a:pt x="37" y="110"/>
                  </a:lnTo>
                  <a:close/>
                  <a:moveTo>
                    <a:pt x="178" y="126"/>
                  </a:moveTo>
                  <a:cubicBezTo>
                    <a:pt x="178" y="127"/>
                    <a:pt x="177" y="128"/>
                    <a:pt x="176" y="128"/>
                  </a:cubicBezTo>
                  <a:cubicBezTo>
                    <a:pt x="170" y="128"/>
                    <a:pt x="170" y="128"/>
                    <a:pt x="170" y="128"/>
                  </a:cubicBezTo>
                  <a:cubicBezTo>
                    <a:pt x="169" y="128"/>
                    <a:pt x="168" y="127"/>
                    <a:pt x="167" y="126"/>
                  </a:cubicBezTo>
                  <a:cubicBezTo>
                    <a:pt x="167" y="123"/>
                    <a:pt x="167" y="123"/>
                    <a:pt x="167" y="123"/>
                  </a:cubicBezTo>
                  <a:cubicBezTo>
                    <a:pt x="167" y="123"/>
                    <a:pt x="167" y="122"/>
                    <a:pt x="169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6" y="122"/>
                    <a:pt x="177" y="123"/>
                    <a:pt x="177" y="123"/>
                  </a:cubicBezTo>
                  <a:lnTo>
                    <a:pt x="178" y="126"/>
                  </a:lnTo>
                  <a:close/>
                  <a:moveTo>
                    <a:pt x="144" y="137"/>
                  </a:moveTo>
                  <a:cubicBezTo>
                    <a:pt x="150" y="137"/>
                    <a:pt x="150" y="137"/>
                    <a:pt x="150" y="137"/>
                  </a:cubicBezTo>
                  <a:cubicBezTo>
                    <a:pt x="151" y="137"/>
                    <a:pt x="152" y="137"/>
                    <a:pt x="152" y="138"/>
                  </a:cubicBezTo>
                  <a:cubicBezTo>
                    <a:pt x="153" y="141"/>
                    <a:pt x="153" y="141"/>
                    <a:pt x="153" y="141"/>
                  </a:cubicBezTo>
                  <a:cubicBezTo>
                    <a:pt x="153" y="142"/>
                    <a:pt x="152" y="142"/>
                    <a:pt x="150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3" y="142"/>
                    <a:pt x="142" y="142"/>
                    <a:pt x="142" y="141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41" y="137"/>
                    <a:pt x="142" y="137"/>
                    <a:pt x="144" y="137"/>
                  </a:cubicBezTo>
                  <a:close/>
                  <a:moveTo>
                    <a:pt x="141" y="126"/>
                  </a:moveTo>
                  <a:cubicBezTo>
                    <a:pt x="141" y="123"/>
                    <a:pt x="141" y="123"/>
                    <a:pt x="141" y="123"/>
                  </a:cubicBezTo>
                  <a:cubicBezTo>
                    <a:pt x="141" y="122"/>
                    <a:pt x="142" y="122"/>
                    <a:pt x="143" y="122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50" y="122"/>
                    <a:pt x="151" y="122"/>
                    <a:pt x="151" y="123"/>
                  </a:cubicBezTo>
                  <a:cubicBezTo>
                    <a:pt x="152" y="126"/>
                    <a:pt x="152" y="126"/>
                    <a:pt x="152" y="126"/>
                  </a:cubicBezTo>
                  <a:cubicBezTo>
                    <a:pt x="152" y="127"/>
                    <a:pt x="151" y="128"/>
                    <a:pt x="149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2" y="128"/>
                    <a:pt x="141" y="127"/>
                    <a:pt x="141" y="126"/>
                  </a:cubicBezTo>
                  <a:close/>
                  <a:moveTo>
                    <a:pt x="144" y="144"/>
                  </a:moveTo>
                  <a:cubicBezTo>
                    <a:pt x="151" y="144"/>
                    <a:pt x="151" y="144"/>
                    <a:pt x="151" y="144"/>
                  </a:cubicBezTo>
                  <a:cubicBezTo>
                    <a:pt x="152" y="144"/>
                    <a:pt x="153" y="145"/>
                    <a:pt x="153" y="145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3" y="150"/>
                    <a:pt x="151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3" y="150"/>
                    <a:pt x="142" y="149"/>
                    <a:pt x="142" y="148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5"/>
                    <a:pt x="143" y="144"/>
                    <a:pt x="144" y="144"/>
                  </a:cubicBezTo>
                  <a:close/>
                  <a:moveTo>
                    <a:pt x="154" y="123"/>
                  </a:moveTo>
                  <a:cubicBezTo>
                    <a:pt x="154" y="122"/>
                    <a:pt x="154" y="122"/>
                    <a:pt x="156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3" y="122"/>
                    <a:pt x="164" y="122"/>
                    <a:pt x="164" y="123"/>
                  </a:cubicBezTo>
                  <a:cubicBezTo>
                    <a:pt x="164" y="126"/>
                    <a:pt x="164" y="126"/>
                    <a:pt x="164" y="126"/>
                  </a:cubicBezTo>
                  <a:cubicBezTo>
                    <a:pt x="164" y="127"/>
                    <a:pt x="163" y="128"/>
                    <a:pt x="162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5" y="128"/>
                    <a:pt x="154" y="127"/>
                    <a:pt x="154" y="126"/>
                  </a:cubicBezTo>
                  <a:lnTo>
                    <a:pt x="154" y="123"/>
                  </a:lnTo>
                  <a:close/>
                  <a:moveTo>
                    <a:pt x="130" y="144"/>
                  </a:moveTo>
                  <a:cubicBezTo>
                    <a:pt x="136" y="144"/>
                    <a:pt x="136" y="144"/>
                    <a:pt x="136" y="144"/>
                  </a:cubicBezTo>
                  <a:cubicBezTo>
                    <a:pt x="138" y="144"/>
                    <a:pt x="139" y="145"/>
                    <a:pt x="139" y="145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39" y="149"/>
                    <a:pt x="138" y="150"/>
                    <a:pt x="137" y="150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28" y="150"/>
                    <a:pt x="127" y="149"/>
                    <a:pt x="127" y="148"/>
                  </a:cubicBezTo>
                  <a:cubicBezTo>
                    <a:pt x="128" y="145"/>
                    <a:pt x="128" y="145"/>
                    <a:pt x="128" y="145"/>
                  </a:cubicBezTo>
                  <a:cubicBezTo>
                    <a:pt x="128" y="145"/>
                    <a:pt x="129" y="144"/>
                    <a:pt x="130" y="144"/>
                  </a:cubicBezTo>
                  <a:close/>
                  <a:moveTo>
                    <a:pt x="128" y="126"/>
                  </a:moveTo>
                  <a:cubicBezTo>
                    <a:pt x="128" y="123"/>
                    <a:pt x="128" y="123"/>
                    <a:pt x="128" y="123"/>
                  </a:cubicBezTo>
                  <a:cubicBezTo>
                    <a:pt x="128" y="122"/>
                    <a:pt x="129" y="122"/>
                    <a:pt x="130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7" y="122"/>
                    <a:pt x="138" y="122"/>
                    <a:pt x="138" y="123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38" y="127"/>
                    <a:pt x="137" y="128"/>
                    <a:pt x="136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8" y="127"/>
                    <a:pt x="128" y="126"/>
                  </a:cubicBezTo>
                  <a:close/>
                  <a:moveTo>
                    <a:pt x="57" y="135"/>
                  </a:moveTo>
                  <a:cubicBezTo>
                    <a:pt x="50" y="135"/>
                    <a:pt x="50" y="135"/>
                    <a:pt x="50" y="135"/>
                  </a:cubicBezTo>
                  <a:cubicBezTo>
                    <a:pt x="49" y="135"/>
                    <a:pt x="48" y="134"/>
                    <a:pt x="49" y="134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50" y="130"/>
                    <a:pt x="52" y="129"/>
                    <a:pt x="53" y="129"/>
                  </a:cubicBezTo>
                  <a:cubicBezTo>
                    <a:pt x="59" y="129"/>
                    <a:pt x="59" y="129"/>
                    <a:pt x="59" y="129"/>
                  </a:cubicBezTo>
                  <a:cubicBezTo>
                    <a:pt x="60" y="129"/>
                    <a:pt x="61" y="130"/>
                    <a:pt x="61" y="130"/>
                  </a:cubicBezTo>
                  <a:cubicBezTo>
                    <a:pt x="59" y="134"/>
                    <a:pt x="59" y="134"/>
                    <a:pt x="59" y="134"/>
                  </a:cubicBezTo>
                  <a:cubicBezTo>
                    <a:pt x="59" y="134"/>
                    <a:pt x="58" y="135"/>
                    <a:pt x="57" y="135"/>
                  </a:cubicBezTo>
                  <a:close/>
                  <a:moveTo>
                    <a:pt x="58" y="138"/>
                  </a:moveTo>
                  <a:cubicBezTo>
                    <a:pt x="56" y="141"/>
                    <a:pt x="56" y="141"/>
                    <a:pt x="56" y="141"/>
                  </a:cubicBezTo>
                  <a:cubicBezTo>
                    <a:pt x="56" y="142"/>
                    <a:pt x="55" y="142"/>
                    <a:pt x="54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6" y="142"/>
                    <a:pt x="45" y="142"/>
                    <a:pt x="45" y="141"/>
                  </a:cubicBezTo>
                  <a:cubicBezTo>
                    <a:pt x="47" y="138"/>
                    <a:pt x="47" y="138"/>
                    <a:pt x="47" y="138"/>
                  </a:cubicBezTo>
                  <a:cubicBezTo>
                    <a:pt x="47" y="137"/>
                    <a:pt x="48" y="137"/>
                    <a:pt x="50" y="137"/>
                  </a:cubicBezTo>
                  <a:cubicBezTo>
                    <a:pt x="56" y="137"/>
                    <a:pt x="56" y="137"/>
                    <a:pt x="56" y="137"/>
                  </a:cubicBezTo>
                  <a:cubicBezTo>
                    <a:pt x="57" y="137"/>
                    <a:pt x="58" y="137"/>
                    <a:pt x="58" y="138"/>
                  </a:cubicBezTo>
                  <a:close/>
                  <a:moveTo>
                    <a:pt x="47" y="128"/>
                  </a:moveTo>
                  <a:cubicBezTo>
                    <a:pt x="41" y="128"/>
                    <a:pt x="41" y="128"/>
                    <a:pt x="41" y="128"/>
                  </a:cubicBezTo>
                  <a:cubicBezTo>
                    <a:pt x="40" y="128"/>
                    <a:pt x="39" y="127"/>
                    <a:pt x="39" y="126"/>
                  </a:cubicBezTo>
                  <a:cubicBezTo>
                    <a:pt x="41" y="123"/>
                    <a:pt x="41" y="123"/>
                    <a:pt x="41" y="123"/>
                  </a:cubicBezTo>
                  <a:cubicBezTo>
                    <a:pt x="41" y="123"/>
                    <a:pt x="43" y="122"/>
                    <a:pt x="44" y="122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51" y="122"/>
                    <a:pt x="51" y="123"/>
                    <a:pt x="51" y="123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49" y="127"/>
                    <a:pt x="48" y="128"/>
                    <a:pt x="47" y="128"/>
                  </a:cubicBezTo>
                  <a:close/>
                  <a:moveTo>
                    <a:pt x="52" y="126"/>
                  </a:moveTo>
                  <a:cubicBezTo>
                    <a:pt x="54" y="123"/>
                    <a:pt x="54" y="123"/>
                    <a:pt x="54" y="123"/>
                  </a:cubicBezTo>
                  <a:cubicBezTo>
                    <a:pt x="54" y="123"/>
                    <a:pt x="55" y="122"/>
                    <a:pt x="56" y="122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3" y="122"/>
                    <a:pt x="64" y="123"/>
                    <a:pt x="64" y="123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1" y="128"/>
                    <a:pt x="60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2" y="128"/>
                    <a:pt x="52" y="127"/>
                    <a:pt x="52" y="126"/>
                  </a:cubicBezTo>
                  <a:close/>
                  <a:moveTo>
                    <a:pt x="60" y="138"/>
                  </a:moveTo>
                  <a:cubicBezTo>
                    <a:pt x="61" y="137"/>
                    <a:pt x="62" y="137"/>
                    <a:pt x="63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71" y="137"/>
                    <a:pt x="71" y="137"/>
                    <a:pt x="71" y="138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70" y="142"/>
                    <a:pt x="69" y="142"/>
                    <a:pt x="67" y="142"/>
                  </a:cubicBezTo>
                  <a:cubicBezTo>
                    <a:pt x="61" y="142"/>
                    <a:pt x="61" y="142"/>
                    <a:pt x="61" y="142"/>
                  </a:cubicBezTo>
                  <a:cubicBezTo>
                    <a:pt x="60" y="142"/>
                    <a:pt x="59" y="142"/>
                    <a:pt x="59" y="141"/>
                  </a:cubicBezTo>
                  <a:lnTo>
                    <a:pt x="60" y="138"/>
                  </a:lnTo>
                  <a:close/>
                  <a:moveTo>
                    <a:pt x="70" y="135"/>
                  </a:moveTo>
                  <a:cubicBezTo>
                    <a:pt x="64" y="135"/>
                    <a:pt x="64" y="135"/>
                    <a:pt x="64" y="135"/>
                  </a:cubicBezTo>
                  <a:cubicBezTo>
                    <a:pt x="62" y="135"/>
                    <a:pt x="62" y="134"/>
                    <a:pt x="62" y="134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63" y="130"/>
                    <a:pt x="65" y="129"/>
                    <a:pt x="66" y="129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73" y="129"/>
                    <a:pt x="74" y="130"/>
                    <a:pt x="74" y="130"/>
                  </a:cubicBezTo>
                  <a:cubicBezTo>
                    <a:pt x="73" y="134"/>
                    <a:pt x="73" y="134"/>
                    <a:pt x="73" y="134"/>
                  </a:cubicBezTo>
                  <a:cubicBezTo>
                    <a:pt x="72" y="134"/>
                    <a:pt x="71" y="135"/>
                    <a:pt x="70" y="135"/>
                  </a:cubicBezTo>
                  <a:close/>
                  <a:moveTo>
                    <a:pt x="65" y="126"/>
                  </a:moveTo>
                  <a:cubicBezTo>
                    <a:pt x="66" y="123"/>
                    <a:pt x="66" y="123"/>
                    <a:pt x="66" y="123"/>
                  </a:cubicBezTo>
                  <a:cubicBezTo>
                    <a:pt x="66" y="123"/>
                    <a:pt x="67" y="122"/>
                    <a:pt x="69" y="122"/>
                  </a:cubicBezTo>
                  <a:cubicBezTo>
                    <a:pt x="74" y="122"/>
                    <a:pt x="74" y="122"/>
                    <a:pt x="74" y="122"/>
                  </a:cubicBezTo>
                  <a:cubicBezTo>
                    <a:pt x="76" y="122"/>
                    <a:pt x="76" y="123"/>
                    <a:pt x="76" y="123"/>
                  </a:cubicBezTo>
                  <a:cubicBezTo>
                    <a:pt x="75" y="126"/>
                    <a:pt x="75" y="126"/>
                    <a:pt x="75" y="126"/>
                  </a:cubicBezTo>
                  <a:cubicBezTo>
                    <a:pt x="75" y="127"/>
                    <a:pt x="74" y="128"/>
                    <a:pt x="72" y="128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5" y="128"/>
                    <a:pt x="64" y="127"/>
                    <a:pt x="65" y="126"/>
                  </a:cubicBezTo>
                  <a:close/>
                  <a:moveTo>
                    <a:pt x="74" y="138"/>
                  </a:moveTo>
                  <a:cubicBezTo>
                    <a:pt x="74" y="137"/>
                    <a:pt x="75" y="137"/>
                    <a:pt x="76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4" y="137"/>
                    <a:pt x="85" y="137"/>
                    <a:pt x="85" y="138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2"/>
                    <a:pt x="82" y="142"/>
                    <a:pt x="81" y="142"/>
                  </a:cubicBezTo>
                  <a:cubicBezTo>
                    <a:pt x="75" y="142"/>
                    <a:pt x="75" y="142"/>
                    <a:pt x="75" y="142"/>
                  </a:cubicBezTo>
                  <a:cubicBezTo>
                    <a:pt x="73" y="142"/>
                    <a:pt x="73" y="142"/>
                    <a:pt x="73" y="141"/>
                  </a:cubicBezTo>
                  <a:lnTo>
                    <a:pt x="74" y="138"/>
                  </a:lnTo>
                  <a:close/>
                  <a:moveTo>
                    <a:pt x="83" y="135"/>
                  </a:moveTo>
                  <a:cubicBezTo>
                    <a:pt x="77" y="135"/>
                    <a:pt x="77" y="135"/>
                    <a:pt x="77" y="135"/>
                  </a:cubicBezTo>
                  <a:cubicBezTo>
                    <a:pt x="76" y="135"/>
                    <a:pt x="75" y="134"/>
                    <a:pt x="75" y="134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6" y="130"/>
                    <a:pt x="78" y="129"/>
                    <a:pt x="79" y="129"/>
                  </a:cubicBezTo>
                  <a:cubicBezTo>
                    <a:pt x="85" y="129"/>
                    <a:pt x="85" y="129"/>
                    <a:pt x="85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6" y="134"/>
                    <a:pt x="86" y="134"/>
                    <a:pt x="86" y="134"/>
                  </a:cubicBezTo>
                  <a:cubicBezTo>
                    <a:pt x="86" y="134"/>
                    <a:pt x="84" y="135"/>
                    <a:pt x="83" y="135"/>
                  </a:cubicBezTo>
                  <a:close/>
                  <a:moveTo>
                    <a:pt x="77" y="126"/>
                  </a:moveTo>
                  <a:cubicBezTo>
                    <a:pt x="78" y="123"/>
                    <a:pt x="78" y="123"/>
                    <a:pt x="78" y="123"/>
                  </a:cubicBezTo>
                  <a:cubicBezTo>
                    <a:pt x="79" y="123"/>
                    <a:pt x="80" y="122"/>
                    <a:pt x="81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8" y="122"/>
                    <a:pt x="89" y="123"/>
                    <a:pt x="89" y="123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7"/>
                    <a:pt x="86" y="128"/>
                    <a:pt x="85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8" y="128"/>
                    <a:pt x="77" y="127"/>
                    <a:pt x="77" y="126"/>
                  </a:cubicBezTo>
                  <a:close/>
                  <a:moveTo>
                    <a:pt x="87" y="138"/>
                  </a:moveTo>
                  <a:cubicBezTo>
                    <a:pt x="87" y="137"/>
                    <a:pt x="89" y="137"/>
                    <a:pt x="90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7"/>
                    <a:pt x="98" y="137"/>
                    <a:pt x="98" y="138"/>
                  </a:cubicBezTo>
                  <a:cubicBezTo>
                    <a:pt x="97" y="141"/>
                    <a:pt x="97" y="141"/>
                    <a:pt x="97" y="141"/>
                  </a:cubicBezTo>
                  <a:cubicBezTo>
                    <a:pt x="97" y="142"/>
                    <a:pt x="96" y="142"/>
                    <a:pt x="95" y="142"/>
                  </a:cubicBezTo>
                  <a:cubicBezTo>
                    <a:pt x="88" y="142"/>
                    <a:pt x="88" y="142"/>
                    <a:pt x="88" y="142"/>
                  </a:cubicBezTo>
                  <a:cubicBezTo>
                    <a:pt x="87" y="142"/>
                    <a:pt x="86" y="142"/>
                    <a:pt x="86" y="141"/>
                  </a:cubicBezTo>
                  <a:lnTo>
                    <a:pt x="87" y="138"/>
                  </a:lnTo>
                  <a:close/>
                  <a:moveTo>
                    <a:pt x="96" y="135"/>
                  </a:move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8" y="134"/>
                    <a:pt x="88" y="134"/>
                  </a:cubicBezTo>
                  <a:cubicBezTo>
                    <a:pt x="89" y="130"/>
                    <a:pt x="89" y="130"/>
                    <a:pt x="89" y="130"/>
                  </a:cubicBezTo>
                  <a:cubicBezTo>
                    <a:pt x="89" y="130"/>
                    <a:pt x="90" y="129"/>
                    <a:pt x="92" y="129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9" y="129"/>
                    <a:pt x="100" y="130"/>
                    <a:pt x="100" y="13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99" y="134"/>
                    <a:pt x="98" y="135"/>
                    <a:pt x="96" y="135"/>
                  </a:cubicBezTo>
                  <a:close/>
                  <a:moveTo>
                    <a:pt x="98" y="128"/>
                  </a:moveTo>
                  <a:cubicBezTo>
                    <a:pt x="92" y="128"/>
                    <a:pt x="92" y="128"/>
                    <a:pt x="92" y="128"/>
                  </a:cubicBezTo>
                  <a:cubicBezTo>
                    <a:pt x="91" y="128"/>
                    <a:pt x="90" y="127"/>
                    <a:pt x="90" y="126"/>
                  </a:cubicBezTo>
                  <a:cubicBezTo>
                    <a:pt x="91" y="123"/>
                    <a:pt x="91" y="123"/>
                    <a:pt x="91" y="123"/>
                  </a:cubicBezTo>
                  <a:cubicBezTo>
                    <a:pt x="91" y="123"/>
                    <a:pt x="92" y="122"/>
                    <a:pt x="93" y="122"/>
                  </a:cubicBezTo>
                  <a:cubicBezTo>
                    <a:pt x="99" y="122"/>
                    <a:pt x="99" y="122"/>
                    <a:pt x="99" y="122"/>
                  </a:cubicBezTo>
                  <a:cubicBezTo>
                    <a:pt x="100" y="122"/>
                    <a:pt x="101" y="123"/>
                    <a:pt x="101" y="123"/>
                  </a:cubicBezTo>
                  <a:cubicBezTo>
                    <a:pt x="100" y="126"/>
                    <a:pt x="100" y="126"/>
                    <a:pt x="100" y="126"/>
                  </a:cubicBezTo>
                  <a:cubicBezTo>
                    <a:pt x="100" y="127"/>
                    <a:pt x="99" y="128"/>
                    <a:pt x="98" y="128"/>
                  </a:cubicBezTo>
                  <a:close/>
                  <a:moveTo>
                    <a:pt x="101" y="138"/>
                  </a:moveTo>
                  <a:cubicBezTo>
                    <a:pt x="101" y="137"/>
                    <a:pt x="102" y="137"/>
                    <a:pt x="103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1" y="137"/>
                    <a:pt x="112" y="137"/>
                    <a:pt x="112" y="138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2"/>
                    <a:pt x="110" y="142"/>
                    <a:pt x="109" y="142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1" y="142"/>
                    <a:pt x="100" y="142"/>
                    <a:pt x="100" y="141"/>
                  </a:cubicBezTo>
                  <a:lnTo>
                    <a:pt x="101" y="138"/>
                  </a:lnTo>
                  <a:close/>
                  <a:moveTo>
                    <a:pt x="110" y="135"/>
                  </a:move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1" y="134"/>
                    <a:pt x="101" y="134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2" y="130"/>
                    <a:pt x="103" y="129"/>
                    <a:pt x="104" y="129"/>
                  </a:cubicBezTo>
                  <a:cubicBezTo>
                    <a:pt x="110" y="129"/>
                    <a:pt x="110" y="129"/>
                    <a:pt x="110" y="129"/>
                  </a:cubicBezTo>
                  <a:cubicBezTo>
                    <a:pt x="112" y="129"/>
                    <a:pt x="113" y="130"/>
                    <a:pt x="113" y="130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1" y="135"/>
                    <a:pt x="110" y="135"/>
                  </a:cubicBezTo>
                  <a:close/>
                  <a:moveTo>
                    <a:pt x="111" y="128"/>
                  </a:moveTo>
                  <a:cubicBezTo>
                    <a:pt x="105" y="128"/>
                    <a:pt x="105" y="128"/>
                    <a:pt x="105" y="128"/>
                  </a:cubicBezTo>
                  <a:cubicBezTo>
                    <a:pt x="104" y="128"/>
                    <a:pt x="103" y="127"/>
                    <a:pt x="103" y="126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3" y="123"/>
                    <a:pt x="105" y="122"/>
                    <a:pt x="106" y="122"/>
                  </a:cubicBezTo>
                  <a:cubicBezTo>
                    <a:pt x="111" y="122"/>
                    <a:pt x="111" y="122"/>
                    <a:pt x="111" y="122"/>
                  </a:cubicBezTo>
                  <a:cubicBezTo>
                    <a:pt x="113" y="122"/>
                    <a:pt x="113" y="123"/>
                    <a:pt x="113" y="123"/>
                  </a:cubicBezTo>
                  <a:cubicBezTo>
                    <a:pt x="113" y="126"/>
                    <a:pt x="113" y="126"/>
                    <a:pt x="113" y="126"/>
                  </a:cubicBezTo>
                  <a:cubicBezTo>
                    <a:pt x="113" y="127"/>
                    <a:pt x="112" y="128"/>
                    <a:pt x="111" y="128"/>
                  </a:cubicBezTo>
                  <a:close/>
                  <a:moveTo>
                    <a:pt x="113" y="145"/>
                  </a:moveTo>
                  <a:cubicBezTo>
                    <a:pt x="114" y="145"/>
                    <a:pt x="115" y="144"/>
                    <a:pt x="116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4" y="144"/>
                    <a:pt x="125" y="145"/>
                    <a:pt x="125" y="145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3" y="150"/>
                    <a:pt x="122" y="150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4" y="150"/>
                    <a:pt x="113" y="149"/>
                    <a:pt x="113" y="148"/>
                  </a:cubicBezTo>
                  <a:lnTo>
                    <a:pt x="113" y="145"/>
                  </a:lnTo>
                  <a:close/>
                  <a:moveTo>
                    <a:pt x="123" y="142"/>
                  </a:moveTo>
                  <a:cubicBezTo>
                    <a:pt x="116" y="142"/>
                    <a:pt x="116" y="142"/>
                    <a:pt x="116" y="142"/>
                  </a:cubicBezTo>
                  <a:cubicBezTo>
                    <a:pt x="115" y="142"/>
                    <a:pt x="114" y="142"/>
                    <a:pt x="114" y="141"/>
                  </a:cubicBezTo>
                  <a:cubicBezTo>
                    <a:pt x="114" y="138"/>
                    <a:pt x="114" y="138"/>
                    <a:pt x="114" y="138"/>
                  </a:cubicBezTo>
                  <a:cubicBezTo>
                    <a:pt x="114" y="137"/>
                    <a:pt x="115" y="137"/>
                    <a:pt x="117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4" y="137"/>
                    <a:pt x="125" y="137"/>
                    <a:pt x="125" y="138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4" y="142"/>
                    <a:pt x="123" y="142"/>
                  </a:cubicBezTo>
                  <a:close/>
                  <a:moveTo>
                    <a:pt x="123" y="135"/>
                  </a:moveTo>
                  <a:cubicBezTo>
                    <a:pt x="117" y="135"/>
                    <a:pt x="117" y="135"/>
                    <a:pt x="117" y="135"/>
                  </a:cubicBezTo>
                  <a:cubicBezTo>
                    <a:pt x="116" y="135"/>
                    <a:pt x="115" y="134"/>
                    <a:pt x="115" y="134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5" y="130"/>
                    <a:pt x="116" y="129"/>
                    <a:pt x="117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5" y="129"/>
                    <a:pt x="126" y="130"/>
                    <a:pt x="126" y="130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4" y="135"/>
                    <a:pt x="123" y="135"/>
                  </a:cubicBezTo>
                  <a:close/>
                  <a:moveTo>
                    <a:pt x="123" y="128"/>
                  </a:move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5" y="127"/>
                    <a:pt x="115" y="126"/>
                  </a:cubicBezTo>
                  <a:cubicBezTo>
                    <a:pt x="116" y="123"/>
                    <a:pt x="116" y="123"/>
                    <a:pt x="116" y="123"/>
                  </a:cubicBezTo>
                  <a:cubicBezTo>
                    <a:pt x="116" y="123"/>
                    <a:pt x="117" y="122"/>
                    <a:pt x="118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5" y="122"/>
                    <a:pt x="126" y="123"/>
                    <a:pt x="126" y="123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7"/>
                    <a:pt x="125" y="128"/>
                    <a:pt x="123" y="128"/>
                  </a:cubicBezTo>
                  <a:close/>
                  <a:moveTo>
                    <a:pt x="35" y="134"/>
                  </a:moveTo>
                  <a:cubicBezTo>
                    <a:pt x="37" y="130"/>
                    <a:pt x="37" y="130"/>
                    <a:pt x="37" y="130"/>
                  </a:cubicBezTo>
                  <a:cubicBezTo>
                    <a:pt x="38" y="130"/>
                    <a:pt x="39" y="129"/>
                    <a:pt x="40" y="129"/>
                  </a:cubicBezTo>
                  <a:cubicBezTo>
                    <a:pt x="46" y="129"/>
                    <a:pt x="46" y="129"/>
                    <a:pt x="46" y="129"/>
                  </a:cubicBezTo>
                  <a:cubicBezTo>
                    <a:pt x="47" y="129"/>
                    <a:pt x="48" y="130"/>
                    <a:pt x="48" y="130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4"/>
                    <a:pt x="44" y="135"/>
                    <a:pt x="43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6" y="135"/>
                    <a:pt x="35" y="134"/>
                    <a:pt x="35" y="134"/>
                  </a:cubicBezTo>
                  <a:close/>
                  <a:moveTo>
                    <a:pt x="31" y="141"/>
                  </a:moveTo>
                  <a:cubicBezTo>
                    <a:pt x="33" y="138"/>
                    <a:pt x="33" y="138"/>
                    <a:pt x="33" y="138"/>
                  </a:cubicBezTo>
                  <a:cubicBezTo>
                    <a:pt x="34" y="137"/>
                    <a:pt x="35" y="137"/>
                    <a:pt x="36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4" y="137"/>
                    <a:pt x="44" y="137"/>
                    <a:pt x="44" y="138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2"/>
                    <a:pt x="41" y="142"/>
                    <a:pt x="40" y="142"/>
                  </a:cubicBezTo>
                  <a:cubicBezTo>
                    <a:pt x="33" y="142"/>
                    <a:pt x="33" y="142"/>
                    <a:pt x="33" y="142"/>
                  </a:cubicBezTo>
                  <a:cubicBezTo>
                    <a:pt x="32" y="142"/>
                    <a:pt x="31" y="142"/>
                    <a:pt x="31" y="141"/>
                  </a:cubicBezTo>
                  <a:close/>
                  <a:moveTo>
                    <a:pt x="41" y="145"/>
                  </a:moveTo>
                  <a:cubicBezTo>
                    <a:pt x="39" y="148"/>
                    <a:pt x="39" y="148"/>
                    <a:pt x="39" y="148"/>
                  </a:cubicBezTo>
                  <a:cubicBezTo>
                    <a:pt x="39" y="149"/>
                    <a:pt x="37" y="150"/>
                    <a:pt x="36" y="150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28" y="150"/>
                    <a:pt x="27" y="149"/>
                    <a:pt x="28" y="148"/>
                  </a:cubicBezTo>
                  <a:cubicBezTo>
                    <a:pt x="29" y="145"/>
                    <a:pt x="29" y="145"/>
                    <a:pt x="29" y="145"/>
                  </a:cubicBezTo>
                  <a:cubicBezTo>
                    <a:pt x="30" y="145"/>
                    <a:pt x="31" y="144"/>
                    <a:pt x="32" y="144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40" y="144"/>
                    <a:pt x="41" y="145"/>
                    <a:pt x="41" y="145"/>
                  </a:cubicBezTo>
                  <a:close/>
                  <a:moveTo>
                    <a:pt x="42" y="148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4" y="145"/>
                    <a:pt x="45" y="144"/>
                    <a:pt x="46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10" y="144"/>
                    <a:pt x="111" y="145"/>
                    <a:pt x="111" y="145"/>
                  </a:cubicBezTo>
                  <a:cubicBezTo>
                    <a:pt x="110" y="148"/>
                    <a:pt x="110" y="148"/>
                    <a:pt x="110" y="148"/>
                  </a:cubicBezTo>
                  <a:cubicBezTo>
                    <a:pt x="110" y="149"/>
                    <a:pt x="109" y="150"/>
                    <a:pt x="108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2" y="150"/>
                    <a:pt x="42" y="149"/>
                    <a:pt x="42" y="148"/>
                  </a:cubicBezTo>
                  <a:close/>
                  <a:moveTo>
                    <a:pt x="95" y="166"/>
                  </a:moveTo>
                  <a:cubicBezTo>
                    <a:pt x="99" y="155"/>
                    <a:pt x="99" y="155"/>
                    <a:pt x="99" y="155"/>
                  </a:cubicBezTo>
                  <a:cubicBezTo>
                    <a:pt x="154" y="155"/>
                    <a:pt x="154" y="155"/>
                    <a:pt x="154" y="155"/>
                  </a:cubicBezTo>
                  <a:cubicBezTo>
                    <a:pt x="158" y="166"/>
                    <a:pt x="158" y="166"/>
                    <a:pt x="158" y="166"/>
                  </a:cubicBezTo>
                  <a:lnTo>
                    <a:pt x="95" y="166"/>
                  </a:lnTo>
                  <a:close/>
                  <a:moveTo>
                    <a:pt x="166" y="150"/>
                  </a:moveTo>
                  <a:cubicBezTo>
                    <a:pt x="159" y="150"/>
                    <a:pt x="159" y="150"/>
                    <a:pt x="159" y="150"/>
                  </a:cubicBezTo>
                  <a:cubicBezTo>
                    <a:pt x="158" y="150"/>
                    <a:pt x="157" y="149"/>
                    <a:pt x="156" y="148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6" y="145"/>
                    <a:pt x="157" y="144"/>
                    <a:pt x="158" y="144"/>
                  </a:cubicBezTo>
                  <a:cubicBezTo>
                    <a:pt x="165" y="144"/>
                    <a:pt x="165" y="144"/>
                    <a:pt x="165" y="144"/>
                  </a:cubicBezTo>
                  <a:cubicBezTo>
                    <a:pt x="166" y="144"/>
                    <a:pt x="167" y="145"/>
                    <a:pt x="167" y="145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9"/>
                    <a:pt x="167" y="150"/>
                    <a:pt x="166" y="150"/>
                  </a:cubicBezTo>
                  <a:close/>
                  <a:moveTo>
                    <a:pt x="169" y="134"/>
                  </a:move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9" y="129"/>
                    <a:pt x="170" y="129"/>
                  </a:cubicBezTo>
                  <a:cubicBezTo>
                    <a:pt x="176" y="129"/>
                    <a:pt x="176" y="129"/>
                    <a:pt x="176" y="129"/>
                  </a:cubicBezTo>
                  <a:cubicBezTo>
                    <a:pt x="177" y="129"/>
                    <a:pt x="178" y="130"/>
                    <a:pt x="179" y="130"/>
                  </a:cubicBezTo>
                  <a:cubicBezTo>
                    <a:pt x="179" y="134"/>
                    <a:pt x="179" y="134"/>
                    <a:pt x="179" y="134"/>
                  </a:cubicBezTo>
                  <a:cubicBezTo>
                    <a:pt x="180" y="134"/>
                    <a:pt x="179" y="135"/>
                    <a:pt x="177" y="135"/>
                  </a:cubicBezTo>
                  <a:cubicBezTo>
                    <a:pt x="171" y="135"/>
                    <a:pt x="171" y="135"/>
                    <a:pt x="171" y="135"/>
                  </a:cubicBezTo>
                  <a:cubicBezTo>
                    <a:pt x="170" y="135"/>
                    <a:pt x="169" y="134"/>
                    <a:pt x="169" y="134"/>
                  </a:cubicBezTo>
                  <a:close/>
                  <a:moveTo>
                    <a:pt x="170" y="141"/>
                  </a:moveTo>
                  <a:cubicBezTo>
                    <a:pt x="169" y="138"/>
                    <a:pt x="169" y="138"/>
                    <a:pt x="169" y="138"/>
                  </a:cubicBezTo>
                  <a:cubicBezTo>
                    <a:pt x="169" y="137"/>
                    <a:pt x="170" y="137"/>
                    <a:pt x="172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9" y="137"/>
                    <a:pt x="180" y="137"/>
                    <a:pt x="180" y="138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2"/>
                    <a:pt x="180" y="142"/>
                    <a:pt x="179" y="142"/>
                  </a:cubicBezTo>
                  <a:cubicBezTo>
                    <a:pt x="173" y="142"/>
                    <a:pt x="173" y="142"/>
                    <a:pt x="173" y="142"/>
                  </a:cubicBezTo>
                  <a:cubicBezTo>
                    <a:pt x="171" y="142"/>
                    <a:pt x="170" y="142"/>
                    <a:pt x="170" y="141"/>
                  </a:cubicBezTo>
                  <a:close/>
                  <a:moveTo>
                    <a:pt x="181" y="150"/>
                  </a:moveTo>
                  <a:cubicBezTo>
                    <a:pt x="174" y="150"/>
                    <a:pt x="174" y="150"/>
                    <a:pt x="174" y="150"/>
                  </a:cubicBezTo>
                  <a:cubicBezTo>
                    <a:pt x="173" y="150"/>
                    <a:pt x="172" y="149"/>
                    <a:pt x="171" y="148"/>
                  </a:cubicBezTo>
                  <a:cubicBezTo>
                    <a:pt x="171" y="145"/>
                    <a:pt x="171" y="145"/>
                    <a:pt x="171" y="145"/>
                  </a:cubicBezTo>
                  <a:cubicBezTo>
                    <a:pt x="171" y="145"/>
                    <a:pt x="172" y="144"/>
                    <a:pt x="173" y="144"/>
                  </a:cubicBezTo>
                  <a:cubicBezTo>
                    <a:pt x="180" y="144"/>
                    <a:pt x="180" y="144"/>
                    <a:pt x="180" y="144"/>
                  </a:cubicBezTo>
                  <a:cubicBezTo>
                    <a:pt x="181" y="144"/>
                    <a:pt x="182" y="145"/>
                    <a:pt x="182" y="145"/>
                  </a:cubicBezTo>
                  <a:cubicBezTo>
                    <a:pt x="183" y="148"/>
                    <a:pt x="183" y="148"/>
                    <a:pt x="183" y="148"/>
                  </a:cubicBezTo>
                  <a:cubicBezTo>
                    <a:pt x="183" y="149"/>
                    <a:pt x="182" y="150"/>
                    <a:pt x="181" y="150"/>
                  </a:cubicBezTo>
                  <a:close/>
                  <a:moveTo>
                    <a:pt x="184" y="141"/>
                  </a:moveTo>
                  <a:cubicBezTo>
                    <a:pt x="183" y="138"/>
                    <a:pt x="183" y="138"/>
                    <a:pt x="183" y="138"/>
                  </a:cubicBezTo>
                  <a:cubicBezTo>
                    <a:pt x="183" y="137"/>
                    <a:pt x="184" y="137"/>
                    <a:pt x="185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3" y="137"/>
                    <a:pt x="194" y="137"/>
                    <a:pt x="194" y="138"/>
                  </a:cubicBezTo>
                  <a:cubicBezTo>
                    <a:pt x="195" y="141"/>
                    <a:pt x="195" y="141"/>
                    <a:pt x="195" y="141"/>
                  </a:cubicBezTo>
                  <a:cubicBezTo>
                    <a:pt x="195" y="142"/>
                    <a:pt x="194" y="142"/>
                    <a:pt x="193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4" y="142"/>
                    <a:pt x="184" y="141"/>
                  </a:cubicBezTo>
                  <a:close/>
                  <a:moveTo>
                    <a:pt x="195" y="150"/>
                  </a:moveTo>
                  <a:cubicBezTo>
                    <a:pt x="188" y="150"/>
                    <a:pt x="188" y="150"/>
                    <a:pt x="188" y="150"/>
                  </a:cubicBezTo>
                  <a:cubicBezTo>
                    <a:pt x="187" y="150"/>
                    <a:pt x="186" y="149"/>
                    <a:pt x="186" y="148"/>
                  </a:cubicBezTo>
                  <a:cubicBezTo>
                    <a:pt x="185" y="145"/>
                    <a:pt x="185" y="145"/>
                    <a:pt x="185" y="145"/>
                  </a:cubicBezTo>
                  <a:cubicBezTo>
                    <a:pt x="185" y="145"/>
                    <a:pt x="186" y="144"/>
                    <a:pt x="187" y="144"/>
                  </a:cubicBezTo>
                  <a:cubicBezTo>
                    <a:pt x="193" y="144"/>
                    <a:pt x="193" y="144"/>
                    <a:pt x="193" y="144"/>
                  </a:cubicBezTo>
                  <a:cubicBezTo>
                    <a:pt x="195" y="144"/>
                    <a:pt x="196" y="145"/>
                    <a:pt x="196" y="145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7" y="149"/>
                    <a:pt x="197" y="150"/>
                    <a:pt x="195" y="150"/>
                  </a:cubicBezTo>
                  <a:close/>
                  <a:moveTo>
                    <a:pt x="198" y="141"/>
                  </a:moveTo>
                  <a:cubicBezTo>
                    <a:pt x="197" y="138"/>
                    <a:pt x="197" y="138"/>
                    <a:pt x="197" y="138"/>
                  </a:cubicBezTo>
                  <a:cubicBezTo>
                    <a:pt x="196" y="137"/>
                    <a:pt x="197" y="137"/>
                    <a:pt x="198" y="137"/>
                  </a:cubicBezTo>
                  <a:cubicBezTo>
                    <a:pt x="205" y="137"/>
                    <a:pt x="205" y="137"/>
                    <a:pt x="205" y="137"/>
                  </a:cubicBezTo>
                  <a:cubicBezTo>
                    <a:pt x="206" y="137"/>
                    <a:pt x="207" y="137"/>
                    <a:pt x="207" y="138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9" y="142"/>
                    <a:pt x="208" y="142"/>
                    <a:pt x="207" y="142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8" y="142"/>
                    <a:pt x="198" y="141"/>
                  </a:cubicBezTo>
                  <a:close/>
                  <a:moveTo>
                    <a:pt x="210" y="150"/>
                  </a:moveTo>
                  <a:cubicBezTo>
                    <a:pt x="203" y="150"/>
                    <a:pt x="203" y="150"/>
                    <a:pt x="203" y="150"/>
                  </a:cubicBezTo>
                  <a:cubicBezTo>
                    <a:pt x="201" y="150"/>
                    <a:pt x="200" y="149"/>
                    <a:pt x="200" y="148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5"/>
                    <a:pt x="200" y="144"/>
                    <a:pt x="201" y="144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9" y="144"/>
                    <a:pt x="210" y="145"/>
                    <a:pt x="210" y="145"/>
                  </a:cubicBezTo>
                  <a:cubicBezTo>
                    <a:pt x="212" y="148"/>
                    <a:pt x="212" y="148"/>
                    <a:pt x="212" y="148"/>
                  </a:cubicBezTo>
                  <a:cubicBezTo>
                    <a:pt x="212" y="149"/>
                    <a:pt x="211" y="150"/>
                    <a:pt x="210" y="150"/>
                  </a:cubicBezTo>
                  <a:close/>
                  <a:moveTo>
                    <a:pt x="211" y="141"/>
                  </a:moveTo>
                  <a:cubicBezTo>
                    <a:pt x="207" y="130"/>
                    <a:pt x="207" y="130"/>
                    <a:pt x="207" y="130"/>
                  </a:cubicBezTo>
                  <a:cubicBezTo>
                    <a:pt x="207" y="130"/>
                    <a:pt x="208" y="129"/>
                    <a:pt x="209" y="129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6" y="129"/>
                    <a:pt x="217" y="130"/>
                    <a:pt x="218" y="130"/>
                  </a:cubicBezTo>
                  <a:cubicBezTo>
                    <a:pt x="222" y="141"/>
                    <a:pt x="222" y="141"/>
                    <a:pt x="222" y="141"/>
                  </a:cubicBezTo>
                  <a:cubicBezTo>
                    <a:pt x="223" y="142"/>
                    <a:pt x="222" y="142"/>
                    <a:pt x="221" y="142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2"/>
                    <a:pt x="212" y="142"/>
                    <a:pt x="211" y="141"/>
                  </a:cubicBezTo>
                  <a:close/>
                  <a:moveTo>
                    <a:pt x="224" y="150"/>
                  </a:moveTo>
                  <a:cubicBezTo>
                    <a:pt x="217" y="150"/>
                    <a:pt x="217" y="150"/>
                    <a:pt x="217" y="150"/>
                  </a:cubicBezTo>
                  <a:cubicBezTo>
                    <a:pt x="216" y="150"/>
                    <a:pt x="215" y="149"/>
                    <a:pt x="214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5"/>
                    <a:pt x="214" y="144"/>
                    <a:pt x="215" y="144"/>
                  </a:cubicBezTo>
                  <a:cubicBezTo>
                    <a:pt x="221" y="144"/>
                    <a:pt x="221" y="144"/>
                    <a:pt x="221" y="144"/>
                  </a:cubicBezTo>
                  <a:cubicBezTo>
                    <a:pt x="223" y="144"/>
                    <a:pt x="224" y="145"/>
                    <a:pt x="224" y="145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9"/>
                    <a:pt x="225" y="150"/>
                    <a:pt x="224" y="150"/>
                  </a:cubicBez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3" grpId="0" animBg="1"/>
    </p:bldLst>
  </p:timing>
</p:sld>
</file>

<file path=ppt/theme/theme1.xml><?xml version="1.0" encoding="utf-8"?>
<a:theme xmlns:a="http://schemas.openxmlformats.org/drawingml/2006/main" name="Default Theme">
  <a:themeElements>
    <a:clrScheme name="Motagua - Coloured 6 - Light">
      <a:dk1>
        <a:srgbClr val="7E7E7E"/>
      </a:dk1>
      <a:lt1>
        <a:sysClr val="window" lastClr="FFFFFF"/>
      </a:lt1>
      <a:dk2>
        <a:srgbClr val="6B6B6B"/>
      </a:dk2>
      <a:lt2>
        <a:srgbClr val="FFFFFF"/>
      </a:lt2>
      <a:accent1>
        <a:srgbClr val="81B94F"/>
      </a:accent1>
      <a:accent2>
        <a:srgbClr val="46A4DB"/>
      </a:accent2>
      <a:accent3>
        <a:srgbClr val="E5583A"/>
      </a:accent3>
      <a:accent4>
        <a:srgbClr val="F9B439"/>
      </a:accent4>
      <a:accent5>
        <a:srgbClr val="7C69A8"/>
      </a:accent5>
      <a:accent6>
        <a:srgbClr val="404F64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5017</TotalTime>
  <Words>254</Words>
  <Application>Microsoft Office PowerPoint</Application>
  <PresentationFormat>宽屏</PresentationFormat>
  <Paragraphs>62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Lato Regular</vt:lpstr>
      <vt:lpstr>微软雅黑</vt:lpstr>
      <vt:lpstr>Arial</vt:lpstr>
      <vt:lpstr>Calibri</vt:lpstr>
      <vt:lpstr>Calibri Light</vt:lpstr>
      <vt:lpstr>Lato</vt:lpstr>
      <vt:lpstr>Times</vt:lpstr>
      <vt:lpstr>Wingdings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西南财经大学® 经济信息工程学院</dc:title>
  <dc:creator>Jun Wang</dc:creator>
  <cp:lastModifiedBy>shaofei shen</cp:lastModifiedBy>
  <cp:revision>1377</cp:revision>
  <dcterms:created xsi:type="dcterms:W3CDTF">1900-01-01T00:00:00Z</dcterms:created>
  <dcterms:modified xsi:type="dcterms:W3CDTF">2026-03-17T06:15:20Z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2052-11.26.1</vt:lpwstr>
  </property>
  <property fmtid="{D5CDD505-2E9C-101B-9397-08002B2CF9AE}" pid="3" name="ICV">
    <vt:lpwstr>9C48A80ABC72B292689CF662E558DC13</vt:lpwstr>
  </property>
</Properties>
</file>